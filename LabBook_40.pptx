
<file path=[Content_Types].xml><?xml version="1.0" encoding="utf-8"?>
<Types xmlns="http://schemas.openxmlformats.org/package/2006/content-types">
  <Default Extension="png" ContentType="image/png"/>
  <Default Extension="rels" ContentType="application/vnd.openxmlformats-package.relationships+xml"/>
  <Default Extension="svg" ContentType="image/svg+xml"/>
  <Default Extension="xml" ContentType="application/xml"/>
  <Override PartName="/ppt/presentation.xml" ContentType="application/vnd.openxmlformats-officedocument.presentationml.presentation.main+xml"/>
  <Override PartName="/customXml/itemProps1.xml" ContentType="application/vnd.openxmlformats-officedocument.customXmlProperties+xml"/>
  <Override PartName="/customXml/itemProps2.xml" ContentType="application/vnd.openxmlformats-officedocument.customXmlProperties+xml"/>
  <Override PartName="/customXml/itemProps3.xml" ContentType="application/vnd.openxmlformats-officedocument.customXmlProperties+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notesMasters/notesMaster1.xml" ContentType="application/vnd.openxmlformats-officedocument.presentationml.notesMaster+xml"/>
  <Override PartName="/ppt/handoutMasters/handoutMaster1.xml" ContentType="application/vnd.openxmlformats-officedocument.presentationml.handout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theme/theme2.xml" ContentType="application/vnd.openxmlformats-officedocument.theme+xml"/>
  <Override PartName="/ppt/theme/theme3.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revisionInfo.xml" ContentType="application/vnd.ms-powerpoint.revisioninfo+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 Id="rId4" Type="http://schemas.openxmlformats.org/officeDocument/2006/relationships/custom-properties" Target="docProps/custom.xml"/></Relationships>
</file>

<file path=ppt/presentation.xml><?xml version="1.0" encoding="utf-8"?>
<p:presentation xmlns:a="http://schemas.openxmlformats.org/drawingml/2006/main" xmlns:r="http://schemas.openxmlformats.org/officeDocument/2006/relationships" xmlns:p="http://schemas.openxmlformats.org/presentationml/2006/main" showSpecialPlsOnTitleSld="0">
  <p:sldMasterIdLst>
    <p:sldMasterId id="2147483648" r:id="rId4"/>
  </p:sldMasterIdLst>
  <p:notesMasterIdLst>
    <p:notesMasterId r:id="rId31"/>
  </p:notesMasterIdLst>
  <p:handoutMasterIdLst>
    <p:handoutMasterId r:id="rId32"/>
  </p:handoutMasterIdLst>
  <p:sldIdLst>
    <p:sldId id="256" r:id="rId5"/>
    <p:sldId id="289" r:id="rId6"/>
    <p:sldId id="290" r:id="rId7"/>
    <p:sldId id="291" r:id="rId8"/>
    <p:sldId id="296" r:id="rId9"/>
    <p:sldId id="297" r:id="rId10"/>
    <p:sldId id="298" r:id="rId11"/>
    <p:sldId id="292" r:id="rId12"/>
    <p:sldId id="293" r:id="rId13"/>
    <p:sldId id="299" r:id="rId14"/>
    <p:sldId id="300" r:id="rId15"/>
    <p:sldId id="301" r:id="rId16"/>
    <p:sldId id="294" r:id="rId17"/>
    <p:sldId id="303" r:id="rId18"/>
    <p:sldId id="295" r:id="rId19"/>
    <p:sldId id="302" r:id="rId20"/>
    <p:sldId id="304" r:id="rId21"/>
    <p:sldId id="305" r:id="rId22"/>
    <p:sldId id="306" r:id="rId23"/>
    <p:sldId id="307" r:id="rId24"/>
    <p:sldId id="308" r:id="rId25"/>
    <p:sldId id="309" r:id="rId26"/>
    <p:sldId id="310" r:id="rId27"/>
    <p:sldId id="311" r:id="rId28"/>
    <p:sldId id="312" r:id="rId29"/>
    <p:sldId id="288" r:id="rId30"/>
  </p:sldIdLst>
  <p:sldSz cx="12192000" cy="6858000"/>
  <p:notesSz cx="12192000" cy="6858000"/>
  <p:defaultTextStyle>
    <a:defPPr>
      <a:defRPr lang="es-E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2880">
          <p15:clr>
            <a:srgbClr val="A4A3A4"/>
          </p15:clr>
        </p15:guide>
        <p15:guide id="2" pos="2160">
          <p15:clr>
            <a:srgbClr val="A4A3A4"/>
          </p15:clr>
        </p15:guide>
      </p15:sldGuideLst>
    </p:ext>
    <p:ext uri="{2D200454-40CA-4A62-9FC3-DE9A4176ACB9}">
      <p15:notes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revisionInfo.xml><?xml version="1.0" encoding="utf-8"?>
<p1510:revInfo xmlns:a="http://schemas.openxmlformats.org/drawingml/2006/main" xmlns:r="http://schemas.openxmlformats.org/officeDocument/2006/relationships" xmlns:p1510="http://schemas.microsoft.com/office/powerpoint/2015/10/main">
  <p1510:revLst>
    <p1510:client id="{5409B077-6FE4-4CB9-92E7-B0897487AD4D}" v="5" dt="2026-06-11T16:32:15.862"/>
  </p1510:revLst>
</p1510:revInfo>
</file>

<file path=ppt/tableStyles.xml><?xml version="1.0" encoding="utf-8"?>
<a:tblStyleLst xmlns:a="http://schemas.openxmlformats.org/drawingml/2006/main" def="{5C22544A-7EE6-4342-B048-85BDC9FD1C3A}">
  <a:tblStyle styleId="{2D5ABB26-0587-4C30-8999-92F81FD0307C}" styleName="No Style, No Grid">
    <a:wholeTbl>
      <a:tcTxStyle>
        <a:fontRef idx="minor">
          <a:scrgbClr r="0" g="0" b="0"/>
        </a:fontRef>
        <a:schemeClr val="tx1"/>
      </a:tcTxStyle>
      <a:tcStyle>
        <a:tcBdr>
          <a:left>
            <a:ln>
              <a:noFill/>
            </a:ln>
          </a:left>
          <a:right>
            <a:ln>
              <a:noFill/>
            </a:ln>
          </a:right>
          <a:top>
            <a:ln>
              <a:noFill/>
            </a:ln>
          </a:top>
          <a:bottom>
            <a:ln>
              <a:noFill/>
            </a:ln>
          </a:bottom>
          <a:insideH>
            <a:ln>
              <a:noFill/>
            </a:ln>
          </a:insideH>
          <a:insideV>
            <a:ln>
              <a:noFill/>
            </a:ln>
          </a:insideV>
        </a:tcBdr>
        <a:fill>
          <a:noFill/>
        </a:fill>
      </a:tcStyle>
    </a:wholeTbl>
  </a:tblStyle>
</a:tblStyleLst>
</file>

<file path=ppt/viewProps.xml><?xml version="1.0" encoding="utf-8"?>
<p:viewPr xmlns:a="http://schemas.openxmlformats.org/drawingml/2006/main" xmlns:r="http://schemas.openxmlformats.org/officeDocument/2006/relationships" xmlns:p="http://schemas.openxmlformats.org/presentationml/2006/main" lastView="sldThumbnailView">
  <p:normalViewPr horzBarState="maximized">
    <p:restoredLeft sz="11651" autoAdjust="0"/>
    <p:restoredTop sz="95033" autoAdjust="0"/>
  </p:normalViewPr>
  <p:slideViewPr>
    <p:cSldViewPr>
      <p:cViewPr varScale="1">
        <p:scale>
          <a:sx n="82" d="100"/>
          <a:sy n="82" d="100"/>
        </p:scale>
        <p:origin x="874" y="72"/>
      </p:cViewPr>
      <p:guideLst>
        <p:guide orient="horz" pos="2880"/>
        <p:guide pos="2160"/>
      </p:guideLst>
    </p:cSldViewPr>
  </p:slideViewPr>
  <p:notesTextViewPr>
    <p:cViewPr>
      <p:scale>
        <a:sx n="100" d="100"/>
        <a:sy n="100" d="100"/>
      </p:scale>
      <p:origin x="0" y="0"/>
    </p:cViewPr>
  </p:notesTextViewPr>
  <p:notesViewPr>
    <p:cSldViewPr>
      <p:cViewPr varScale="1">
        <p:scale>
          <a:sx n="83" d="100"/>
          <a:sy n="83" d="100"/>
        </p:scale>
        <p:origin x="1392" y="62"/>
      </p:cViewPr>
      <p:guideLst/>
    </p:cSldViewPr>
  </p:notesViewPr>
  <p:gridSpacing cx="76200" cy="76200"/>
</p:viewPr>
</file>

<file path=ppt/_rels/presentation.xml.rels><?xml version="1.0" encoding="UTF-8" standalone="yes"?>
<Relationships xmlns="http://schemas.openxmlformats.org/package/2006/relationships"><Relationship Id="rId13" Type="http://schemas.openxmlformats.org/officeDocument/2006/relationships/slide" Target="slides/slide9.xml"/><Relationship Id="rId18" Type="http://schemas.openxmlformats.org/officeDocument/2006/relationships/slide" Target="slides/slide14.xml"/><Relationship Id="rId26" Type="http://schemas.openxmlformats.org/officeDocument/2006/relationships/slide" Target="slides/slide22.xml"/><Relationship Id="rId21" Type="http://schemas.openxmlformats.org/officeDocument/2006/relationships/slide" Target="slides/slide17.xml"/><Relationship Id="rId34" Type="http://schemas.openxmlformats.org/officeDocument/2006/relationships/viewProps" Target="viewProps.xml"/><Relationship Id="rId7" Type="http://schemas.openxmlformats.org/officeDocument/2006/relationships/slide" Target="slides/slide3.xml"/><Relationship Id="rId12" Type="http://schemas.openxmlformats.org/officeDocument/2006/relationships/slide" Target="slides/slide8.xml"/><Relationship Id="rId17" Type="http://schemas.openxmlformats.org/officeDocument/2006/relationships/slide" Target="slides/slide13.xml"/><Relationship Id="rId25" Type="http://schemas.openxmlformats.org/officeDocument/2006/relationships/slide" Target="slides/slide21.xml"/><Relationship Id="rId33" Type="http://schemas.openxmlformats.org/officeDocument/2006/relationships/presProps" Target="presProps.xml"/><Relationship Id="rId2" Type="http://schemas.openxmlformats.org/officeDocument/2006/relationships/customXml" Target="../customXml/item2.xml"/><Relationship Id="rId16" Type="http://schemas.openxmlformats.org/officeDocument/2006/relationships/slide" Target="slides/slide12.xml"/><Relationship Id="rId20" Type="http://schemas.openxmlformats.org/officeDocument/2006/relationships/slide" Target="slides/slide16.xml"/><Relationship Id="rId29" Type="http://schemas.openxmlformats.org/officeDocument/2006/relationships/slide" Target="slides/slide25.xml"/><Relationship Id="rId1" Type="http://schemas.openxmlformats.org/officeDocument/2006/relationships/customXml" Target="../customXml/item1.xml"/><Relationship Id="rId6" Type="http://schemas.openxmlformats.org/officeDocument/2006/relationships/slide" Target="slides/slide2.xml"/><Relationship Id="rId11" Type="http://schemas.openxmlformats.org/officeDocument/2006/relationships/slide" Target="slides/slide7.xml"/><Relationship Id="rId24" Type="http://schemas.openxmlformats.org/officeDocument/2006/relationships/slide" Target="slides/slide20.xml"/><Relationship Id="rId32" Type="http://schemas.openxmlformats.org/officeDocument/2006/relationships/handoutMaster" Target="handoutMasters/handoutMaster1.xml"/><Relationship Id="rId37" Type="http://schemas.microsoft.com/office/2015/10/relationships/revisionInfo" Target="revisionInfo.xml"/><Relationship Id="rId5" Type="http://schemas.openxmlformats.org/officeDocument/2006/relationships/slide" Target="slides/slide1.xml"/><Relationship Id="rId15" Type="http://schemas.openxmlformats.org/officeDocument/2006/relationships/slide" Target="slides/slide11.xml"/><Relationship Id="rId23" Type="http://schemas.openxmlformats.org/officeDocument/2006/relationships/slide" Target="slides/slide19.xml"/><Relationship Id="rId28" Type="http://schemas.openxmlformats.org/officeDocument/2006/relationships/slide" Target="slides/slide24.xml"/><Relationship Id="rId36" Type="http://schemas.openxmlformats.org/officeDocument/2006/relationships/tableStyles" Target="tableStyles.xml"/><Relationship Id="rId10" Type="http://schemas.openxmlformats.org/officeDocument/2006/relationships/slide" Target="slides/slide6.xml"/><Relationship Id="rId19" Type="http://schemas.openxmlformats.org/officeDocument/2006/relationships/slide" Target="slides/slide15.xml"/><Relationship Id="rId31" Type="http://schemas.openxmlformats.org/officeDocument/2006/relationships/notesMaster" Target="notesMasters/notesMaster1.xml"/><Relationship Id="rId4" Type="http://schemas.openxmlformats.org/officeDocument/2006/relationships/slideMaster" Target="slideMasters/slideMaster1.xml"/><Relationship Id="rId9" Type="http://schemas.openxmlformats.org/officeDocument/2006/relationships/slide" Target="slides/slide5.xml"/><Relationship Id="rId14" Type="http://schemas.openxmlformats.org/officeDocument/2006/relationships/slide" Target="slides/slide10.xml"/><Relationship Id="rId22" Type="http://schemas.openxmlformats.org/officeDocument/2006/relationships/slide" Target="slides/slide18.xml"/><Relationship Id="rId27" Type="http://schemas.openxmlformats.org/officeDocument/2006/relationships/slide" Target="slides/slide23.xml"/><Relationship Id="rId30" Type="http://schemas.openxmlformats.org/officeDocument/2006/relationships/slide" Target="slides/slide26.xml"/><Relationship Id="rId35" Type="http://schemas.openxmlformats.org/officeDocument/2006/relationships/theme" Target="theme/theme1.xml"/><Relationship Id="rId8" Type="http://schemas.openxmlformats.org/officeDocument/2006/relationships/slide" Target="slides/slide4.xml"/><Relationship Id="rId3" Type="http://schemas.openxmlformats.org/officeDocument/2006/relationships/customXml" Target="../customXml/item3.xml"/></Relationships>
</file>

<file path=ppt/handoutMasters/_rels/handoutMaster1.xml.rels><?xml version="1.0" encoding="UTF-8" standalone="yes"?>
<Relationships xmlns="http://schemas.openxmlformats.org/package/2006/relationships"><Relationship Id="rId1" Type="http://schemas.openxmlformats.org/officeDocument/2006/relationships/theme" Target="../theme/theme3.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Marcador de encabezado 1">
            <a:extLst>
              <a:ext uri="{FF2B5EF4-FFF2-40B4-BE49-F238E27FC236}">
                <a16:creationId xmlns:a16="http://schemas.microsoft.com/office/drawing/2014/main" id="{ADD96E76-517F-B468-04D8-38EFA44947EB}"/>
              </a:ext>
            </a:extLst>
          </p:cNvPr>
          <p:cNvSpPr>
            <a:spLocks noGrp="1"/>
          </p:cNvSpPr>
          <p:nvPr>
            <p:ph type="hdr" sz="quarter"/>
          </p:nvPr>
        </p:nvSpPr>
        <p:spPr>
          <a:xfrm>
            <a:off x="0" y="0"/>
            <a:ext cx="5283200" cy="344488"/>
          </a:xfrm>
          <a:prstGeom prst="rect">
            <a:avLst/>
          </a:prstGeom>
        </p:spPr>
        <p:txBody>
          <a:bodyPr vert="horz" lIns="91440" tIns="45720" rIns="91440" bIns="45720" rtlCol="0"/>
          <a:lstStyle>
            <a:lvl1pPr algn="l">
              <a:defRPr sz="1200"/>
            </a:lvl1pPr>
          </a:lstStyle>
          <a:p>
            <a:endParaRPr lang="es-ES"/>
          </a:p>
        </p:txBody>
      </p:sp>
      <p:sp>
        <p:nvSpPr>
          <p:cNvPr id="3" name="Marcador de fecha 2">
            <a:extLst>
              <a:ext uri="{FF2B5EF4-FFF2-40B4-BE49-F238E27FC236}">
                <a16:creationId xmlns:a16="http://schemas.microsoft.com/office/drawing/2014/main" id="{8678D0B9-782A-7C16-D731-EEB7F991FA76}"/>
              </a:ext>
            </a:extLst>
          </p:cNvPr>
          <p:cNvSpPr>
            <a:spLocks noGrp="1"/>
          </p:cNvSpPr>
          <p:nvPr>
            <p:ph type="dt" sz="quarter" idx="1"/>
          </p:nvPr>
        </p:nvSpPr>
        <p:spPr>
          <a:xfrm>
            <a:off x="6905625" y="0"/>
            <a:ext cx="5283200" cy="344488"/>
          </a:xfrm>
          <a:prstGeom prst="rect">
            <a:avLst/>
          </a:prstGeom>
        </p:spPr>
        <p:txBody>
          <a:bodyPr vert="horz" lIns="91440" tIns="45720" rIns="91440" bIns="45720" rtlCol="0"/>
          <a:lstStyle>
            <a:lvl1pPr algn="r">
              <a:defRPr sz="1200"/>
            </a:lvl1pPr>
          </a:lstStyle>
          <a:p>
            <a:fld id="{8438F8DC-35B0-48E6-A86E-42F1F08DD00F}" type="datetimeFigureOut">
              <a:rPr lang="es-ES" smtClean="0"/>
              <a:t>11/06/2026</a:t>
            </a:fld>
            <a:endParaRPr lang="es-ES"/>
          </a:p>
        </p:txBody>
      </p:sp>
      <p:sp>
        <p:nvSpPr>
          <p:cNvPr id="4" name="Marcador de pie de página 3">
            <a:extLst>
              <a:ext uri="{FF2B5EF4-FFF2-40B4-BE49-F238E27FC236}">
                <a16:creationId xmlns:a16="http://schemas.microsoft.com/office/drawing/2014/main" id="{2F2E7B1C-60E2-8A48-EEE0-6715FC30A8B7}"/>
              </a:ext>
            </a:extLst>
          </p:cNvPr>
          <p:cNvSpPr>
            <a:spLocks noGrp="1"/>
          </p:cNvSpPr>
          <p:nvPr>
            <p:ph type="ftr" sz="quarter" idx="2"/>
          </p:nvPr>
        </p:nvSpPr>
        <p:spPr>
          <a:xfrm>
            <a:off x="0" y="6513513"/>
            <a:ext cx="5283200" cy="344487"/>
          </a:xfrm>
          <a:prstGeom prst="rect">
            <a:avLst/>
          </a:prstGeom>
        </p:spPr>
        <p:txBody>
          <a:bodyPr vert="horz" lIns="91440" tIns="45720" rIns="91440" bIns="45720" rtlCol="0" anchor="b"/>
          <a:lstStyle>
            <a:lvl1pPr algn="l">
              <a:defRPr sz="1200"/>
            </a:lvl1pPr>
          </a:lstStyle>
          <a:p>
            <a:endParaRPr lang="es-ES"/>
          </a:p>
        </p:txBody>
      </p:sp>
      <p:sp>
        <p:nvSpPr>
          <p:cNvPr id="5" name="Marcador de número de diapositiva 4">
            <a:extLst>
              <a:ext uri="{FF2B5EF4-FFF2-40B4-BE49-F238E27FC236}">
                <a16:creationId xmlns:a16="http://schemas.microsoft.com/office/drawing/2014/main" id="{C428D795-4EA2-62F0-B78A-5F215C828C50}"/>
              </a:ext>
            </a:extLst>
          </p:cNvPr>
          <p:cNvSpPr>
            <a:spLocks noGrp="1"/>
          </p:cNvSpPr>
          <p:nvPr>
            <p:ph type="sldNum" sz="quarter" idx="3"/>
          </p:nvPr>
        </p:nvSpPr>
        <p:spPr>
          <a:xfrm>
            <a:off x="6905625" y="6513513"/>
            <a:ext cx="5283200" cy="344487"/>
          </a:xfrm>
          <a:prstGeom prst="rect">
            <a:avLst/>
          </a:prstGeom>
        </p:spPr>
        <p:txBody>
          <a:bodyPr vert="horz" lIns="91440" tIns="45720" rIns="91440" bIns="45720" rtlCol="0" anchor="b"/>
          <a:lstStyle>
            <a:lvl1pPr algn="r">
              <a:defRPr sz="1200"/>
            </a:lvl1pPr>
          </a:lstStyle>
          <a:p>
            <a:fld id="{4116A549-763A-4A89-A454-A94BAF51395E}" type="slidenum">
              <a:rPr lang="es-ES" smtClean="0"/>
              <a:t>‹Nº›</a:t>
            </a:fld>
            <a:endParaRPr lang="es-ES"/>
          </a:p>
        </p:txBody>
      </p:sp>
    </p:spTree>
    <p:extLst>
      <p:ext uri="{BB962C8B-B14F-4D97-AF65-F5344CB8AC3E}">
        <p14:creationId xmlns:p14="http://schemas.microsoft.com/office/powerpoint/2010/main" val="1403477749"/>
      </p:ext>
    </p:extLst>
  </p:cSld>
  <p:clrMap bg1="lt1" tx1="dk1" bg2="lt2" tx2="dk2" accent1="accent1" accent2="accent2" accent3="accent3" accent4="accent4" accent5="accent5" accent6="accent6" hlink="hlink" folHlink="folHlink"/>
</p:handoutMaster>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Marcador de encabezado 1"/>
          <p:cNvSpPr>
            <a:spLocks noGrp="1"/>
          </p:cNvSpPr>
          <p:nvPr>
            <p:ph type="hdr" sz="quarter"/>
          </p:nvPr>
        </p:nvSpPr>
        <p:spPr>
          <a:xfrm>
            <a:off x="0" y="0"/>
            <a:ext cx="5283200" cy="344488"/>
          </a:xfrm>
          <a:prstGeom prst="rect">
            <a:avLst/>
          </a:prstGeom>
        </p:spPr>
        <p:txBody>
          <a:bodyPr vert="horz" lIns="91440" tIns="45720" rIns="91440" bIns="45720" rtlCol="0"/>
          <a:lstStyle>
            <a:lvl1pPr algn="l">
              <a:defRPr sz="1200"/>
            </a:lvl1pPr>
          </a:lstStyle>
          <a:p>
            <a:endParaRPr lang="es-ES"/>
          </a:p>
        </p:txBody>
      </p:sp>
      <p:sp>
        <p:nvSpPr>
          <p:cNvPr id="3" name="Marcador de fecha 2"/>
          <p:cNvSpPr>
            <a:spLocks noGrp="1"/>
          </p:cNvSpPr>
          <p:nvPr>
            <p:ph type="dt" idx="1"/>
          </p:nvPr>
        </p:nvSpPr>
        <p:spPr>
          <a:xfrm>
            <a:off x="6905625" y="0"/>
            <a:ext cx="5283200" cy="344488"/>
          </a:xfrm>
          <a:prstGeom prst="rect">
            <a:avLst/>
          </a:prstGeom>
        </p:spPr>
        <p:txBody>
          <a:bodyPr vert="horz" lIns="91440" tIns="45720" rIns="91440" bIns="45720" rtlCol="0"/>
          <a:lstStyle>
            <a:lvl1pPr algn="r">
              <a:defRPr sz="1200"/>
            </a:lvl1pPr>
          </a:lstStyle>
          <a:p>
            <a:fld id="{FACBDC12-F39B-4B97-8F4D-6734F9D366FF}" type="datetimeFigureOut">
              <a:rPr lang="es-ES" smtClean="0"/>
              <a:t>11/06/2026</a:t>
            </a:fld>
            <a:endParaRPr lang="es-ES"/>
          </a:p>
        </p:txBody>
      </p:sp>
      <p:sp>
        <p:nvSpPr>
          <p:cNvPr id="4" name="Marcador de imagen de diapositiva 3"/>
          <p:cNvSpPr>
            <a:spLocks noGrp="1" noRot="1" noChangeAspect="1"/>
          </p:cNvSpPr>
          <p:nvPr>
            <p:ph type="sldImg" idx="2"/>
          </p:nvPr>
        </p:nvSpPr>
        <p:spPr>
          <a:xfrm>
            <a:off x="4038600" y="857250"/>
            <a:ext cx="4114800" cy="2314575"/>
          </a:xfrm>
          <a:prstGeom prst="rect">
            <a:avLst/>
          </a:prstGeom>
          <a:noFill/>
          <a:ln w="12700">
            <a:solidFill>
              <a:prstClr val="black"/>
            </a:solidFill>
          </a:ln>
        </p:spPr>
        <p:txBody>
          <a:bodyPr vert="horz" lIns="91440" tIns="45720" rIns="91440" bIns="45720" rtlCol="0" anchor="ctr"/>
          <a:lstStyle/>
          <a:p>
            <a:endParaRPr lang="es-ES"/>
          </a:p>
        </p:txBody>
      </p:sp>
      <p:sp>
        <p:nvSpPr>
          <p:cNvPr id="5" name="Marcador de notas 4"/>
          <p:cNvSpPr>
            <a:spLocks noGrp="1"/>
          </p:cNvSpPr>
          <p:nvPr>
            <p:ph type="body" sz="quarter" idx="3"/>
          </p:nvPr>
        </p:nvSpPr>
        <p:spPr>
          <a:xfrm>
            <a:off x="1219200" y="3300413"/>
            <a:ext cx="9753600" cy="2700337"/>
          </a:xfrm>
          <a:prstGeom prst="rect">
            <a:avLst/>
          </a:prstGeom>
        </p:spPr>
        <p:txBody>
          <a:bodyPr vert="horz" lIns="91440" tIns="45720" rIns="91440" bIns="45720" rtlCol="0"/>
          <a:lstStyle/>
          <a:p>
            <a:pPr lvl="0"/>
            <a:r>
              <a:rPr lang="es-ES"/>
              <a:t>Haga clic para modificar los estilos de texto del patrón</a:t>
            </a:r>
          </a:p>
          <a:p>
            <a:pPr lvl="1"/>
            <a:r>
              <a:rPr lang="es-ES"/>
              <a:t>Segundo nivel</a:t>
            </a:r>
          </a:p>
          <a:p>
            <a:pPr lvl="2"/>
            <a:r>
              <a:rPr lang="es-ES"/>
              <a:t>Tercer nivel</a:t>
            </a:r>
          </a:p>
          <a:p>
            <a:pPr lvl="3"/>
            <a:r>
              <a:rPr lang="es-ES"/>
              <a:t>Cuarto nivel</a:t>
            </a:r>
          </a:p>
          <a:p>
            <a:pPr lvl="4"/>
            <a:r>
              <a:rPr lang="es-ES"/>
              <a:t>Quinto nivel</a:t>
            </a:r>
          </a:p>
        </p:txBody>
      </p:sp>
      <p:sp>
        <p:nvSpPr>
          <p:cNvPr id="6" name="Marcador de pie de página 5"/>
          <p:cNvSpPr>
            <a:spLocks noGrp="1"/>
          </p:cNvSpPr>
          <p:nvPr>
            <p:ph type="ftr" sz="quarter" idx="4"/>
          </p:nvPr>
        </p:nvSpPr>
        <p:spPr>
          <a:xfrm>
            <a:off x="0" y="6513513"/>
            <a:ext cx="5283200" cy="344487"/>
          </a:xfrm>
          <a:prstGeom prst="rect">
            <a:avLst/>
          </a:prstGeom>
        </p:spPr>
        <p:txBody>
          <a:bodyPr vert="horz" lIns="91440" tIns="45720" rIns="91440" bIns="45720" rtlCol="0" anchor="b"/>
          <a:lstStyle>
            <a:lvl1pPr algn="l">
              <a:defRPr sz="1200"/>
            </a:lvl1pPr>
          </a:lstStyle>
          <a:p>
            <a:endParaRPr lang="es-ES"/>
          </a:p>
        </p:txBody>
      </p:sp>
      <p:sp>
        <p:nvSpPr>
          <p:cNvPr id="7" name="Marcador de número de diapositiva 6"/>
          <p:cNvSpPr>
            <a:spLocks noGrp="1"/>
          </p:cNvSpPr>
          <p:nvPr>
            <p:ph type="sldNum" sz="quarter" idx="5"/>
          </p:nvPr>
        </p:nvSpPr>
        <p:spPr>
          <a:xfrm>
            <a:off x="6905625" y="6513513"/>
            <a:ext cx="5283200" cy="344487"/>
          </a:xfrm>
          <a:prstGeom prst="rect">
            <a:avLst/>
          </a:prstGeom>
        </p:spPr>
        <p:txBody>
          <a:bodyPr vert="horz" lIns="91440" tIns="45720" rIns="91440" bIns="45720" rtlCol="0" anchor="b"/>
          <a:lstStyle>
            <a:lvl1pPr algn="r">
              <a:defRPr sz="1200"/>
            </a:lvl1pPr>
          </a:lstStyle>
          <a:p>
            <a:fld id="{676223B9-C868-4436-87D9-1A3152E1157A}" type="slidenum">
              <a:rPr lang="es-ES" smtClean="0"/>
              <a:t>‹Nº›</a:t>
            </a:fld>
            <a:endParaRPr lang="es-ES"/>
          </a:p>
        </p:txBody>
      </p:sp>
    </p:spTree>
    <p:extLst>
      <p:ext uri="{BB962C8B-B14F-4D97-AF65-F5344CB8AC3E}">
        <p14:creationId xmlns:p14="http://schemas.microsoft.com/office/powerpoint/2010/main" val="2834211174"/>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19.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20.xml"/><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2" Type="http://schemas.openxmlformats.org/officeDocument/2006/relationships/slide" Target="../slides/slide21.xml"/><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2" Type="http://schemas.openxmlformats.org/officeDocument/2006/relationships/slide" Target="../slides/slide22.xml"/><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2" Type="http://schemas.openxmlformats.org/officeDocument/2006/relationships/slide" Target="../slides/slide23.xml"/><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2" Type="http://schemas.openxmlformats.org/officeDocument/2006/relationships/slide" Target="../slides/slide24.xml"/><Relationship Id="rId1" Type="http://schemas.openxmlformats.org/officeDocument/2006/relationships/notesMaster" Target="../notesMasters/notesMaster1.xml"/></Relationships>
</file>

<file path=ppt/notesSlides/_rels/notesSlide23.xml.rels><?xml version="1.0" encoding="UTF-8" standalone="yes"?>
<Relationships xmlns="http://schemas.openxmlformats.org/package/2006/relationships"><Relationship Id="rId2" Type="http://schemas.openxmlformats.org/officeDocument/2006/relationships/slide" Target="../slides/slide25.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Marcador de imagen de diapositiva 1"/>
          <p:cNvSpPr>
            <a:spLocks noGrp="1" noRot="1" noChangeAspect="1"/>
          </p:cNvSpPr>
          <p:nvPr>
            <p:ph type="sldImg"/>
          </p:nvPr>
        </p:nvSpPr>
        <p:spPr/>
      </p:sp>
      <p:sp>
        <p:nvSpPr>
          <p:cNvPr id="3" name="Marcador de notas 2"/>
          <p:cNvSpPr>
            <a:spLocks noGrp="1"/>
          </p:cNvSpPr>
          <p:nvPr>
            <p:ph type="body" idx="1"/>
          </p:nvPr>
        </p:nvSpPr>
        <p:spPr/>
        <p:txBody>
          <a:bodyPr/>
          <a:lstStyle/>
          <a:p>
            <a:endParaRPr lang="es-ES" dirty="0"/>
          </a:p>
        </p:txBody>
      </p:sp>
      <p:sp>
        <p:nvSpPr>
          <p:cNvPr id="4" name="Marcador de número de diapositiva 3"/>
          <p:cNvSpPr>
            <a:spLocks noGrp="1"/>
          </p:cNvSpPr>
          <p:nvPr>
            <p:ph type="sldNum" sz="quarter" idx="5"/>
          </p:nvPr>
        </p:nvSpPr>
        <p:spPr/>
        <p:txBody>
          <a:bodyPr/>
          <a:lstStyle/>
          <a:p>
            <a:fld id="{676223B9-C868-4436-87D9-1A3152E1157A}" type="slidenum">
              <a:rPr lang="es-ES" smtClean="0"/>
              <a:t>3</a:t>
            </a:fld>
            <a:endParaRPr lang="es-ES"/>
          </a:p>
        </p:txBody>
      </p:sp>
    </p:spTree>
    <p:extLst>
      <p:ext uri="{BB962C8B-B14F-4D97-AF65-F5344CB8AC3E}">
        <p14:creationId xmlns:p14="http://schemas.microsoft.com/office/powerpoint/2010/main" val="2092532372"/>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D087AEC-015A-4808-9AC9-382D824E43C5}"/>
            </a:ext>
          </a:extLst>
        </p:cNvPr>
        <p:cNvGrpSpPr/>
        <p:nvPr/>
      </p:nvGrpSpPr>
      <p:grpSpPr>
        <a:xfrm>
          <a:off x="0" y="0"/>
          <a:ext cx="0" cy="0"/>
          <a:chOff x="0" y="0"/>
          <a:chExt cx="0" cy="0"/>
        </a:xfrm>
      </p:grpSpPr>
      <p:sp>
        <p:nvSpPr>
          <p:cNvPr id="2" name="Marcador de imagen de diapositiva 1">
            <a:extLst>
              <a:ext uri="{FF2B5EF4-FFF2-40B4-BE49-F238E27FC236}">
                <a16:creationId xmlns:a16="http://schemas.microsoft.com/office/drawing/2014/main" id="{7FC03EDA-741F-B6F5-3444-A8D74D690ABA}"/>
              </a:ext>
            </a:extLst>
          </p:cNvPr>
          <p:cNvSpPr>
            <a:spLocks noGrp="1" noRot="1" noChangeAspect="1"/>
          </p:cNvSpPr>
          <p:nvPr>
            <p:ph type="sldImg"/>
          </p:nvPr>
        </p:nvSpPr>
        <p:spPr/>
      </p:sp>
      <p:sp>
        <p:nvSpPr>
          <p:cNvPr id="3" name="Marcador de notas 2">
            <a:extLst>
              <a:ext uri="{FF2B5EF4-FFF2-40B4-BE49-F238E27FC236}">
                <a16:creationId xmlns:a16="http://schemas.microsoft.com/office/drawing/2014/main" id="{C7839219-55CF-753A-3C53-04F6B1E28970}"/>
              </a:ext>
            </a:extLst>
          </p:cNvPr>
          <p:cNvSpPr>
            <a:spLocks noGrp="1"/>
          </p:cNvSpPr>
          <p:nvPr>
            <p:ph type="body" idx="1"/>
          </p:nvPr>
        </p:nvSpPr>
        <p:spPr/>
        <p:txBody>
          <a:bodyPr/>
          <a:lstStyle/>
          <a:p>
            <a:endParaRPr lang="es-ES" dirty="0"/>
          </a:p>
        </p:txBody>
      </p:sp>
      <p:sp>
        <p:nvSpPr>
          <p:cNvPr id="4" name="Marcador de número de diapositiva 3">
            <a:extLst>
              <a:ext uri="{FF2B5EF4-FFF2-40B4-BE49-F238E27FC236}">
                <a16:creationId xmlns:a16="http://schemas.microsoft.com/office/drawing/2014/main" id="{D04B99BF-32CC-B000-CB3E-0CD66FF7CA7C}"/>
              </a:ext>
            </a:extLst>
          </p:cNvPr>
          <p:cNvSpPr>
            <a:spLocks noGrp="1"/>
          </p:cNvSpPr>
          <p:nvPr>
            <p:ph type="sldNum" sz="quarter" idx="5"/>
          </p:nvPr>
        </p:nvSpPr>
        <p:spPr/>
        <p:txBody>
          <a:bodyPr/>
          <a:lstStyle/>
          <a:p>
            <a:fld id="{676223B9-C868-4436-87D9-1A3152E1157A}" type="slidenum">
              <a:rPr lang="es-ES" smtClean="0"/>
              <a:t>4</a:t>
            </a:fld>
            <a:endParaRPr lang="es-ES"/>
          </a:p>
        </p:txBody>
      </p:sp>
    </p:spTree>
    <p:extLst>
      <p:ext uri="{BB962C8B-B14F-4D97-AF65-F5344CB8AC3E}">
        <p14:creationId xmlns:p14="http://schemas.microsoft.com/office/powerpoint/2010/main" val="2687642475"/>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DF2C2A0-6B7E-0F9C-39C9-76480B35B698}"/>
            </a:ext>
          </a:extLst>
        </p:cNvPr>
        <p:cNvGrpSpPr/>
        <p:nvPr/>
      </p:nvGrpSpPr>
      <p:grpSpPr>
        <a:xfrm>
          <a:off x="0" y="0"/>
          <a:ext cx="0" cy="0"/>
          <a:chOff x="0" y="0"/>
          <a:chExt cx="0" cy="0"/>
        </a:xfrm>
      </p:grpSpPr>
      <p:sp>
        <p:nvSpPr>
          <p:cNvPr id="2" name="Marcador de imagen de diapositiva 1">
            <a:extLst>
              <a:ext uri="{FF2B5EF4-FFF2-40B4-BE49-F238E27FC236}">
                <a16:creationId xmlns:a16="http://schemas.microsoft.com/office/drawing/2014/main" id="{A1793229-3447-83B0-B51E-C2C0CA8FF831}"/>
              </a:ext>
            </a:extLst>
          </p:cNvPr>
          <p:cNvSpPr>
            <a:spLocks noGrp="1" noRot="1" noChangeAspect="1"/>
          </p:cNvSpPr>
          <p:nvPr>
            <p:ph type="sldImg"/>
          </p:nvPr>
        </p:nvSpPr>
        <p:spPr/>
      </p:sp>
      <p:sp>
        <p:nvSpPr>
          <p:cNvPr id="3" name="Marcador de notas 2">
            <a:extLst>
              <a:ext uri="{FF2B5EF4-FFF2-40B4-BE49-F238E27FC236}">
                <a16:creationId xmlns:a16="http://schemas.microsoft.com/office/drawing/2014/main" id="{B15EEB0B-36AD-33F9-F10A-65C8B933ECD0}"/>
              </a:ext>
            </a:extLst>
          </p:cNvPr>
          <p:cNvSpPr>
            <a:spLocks noGrp="1"/>
          </p:cNvSpPr>
          <p:nvPr>
            <p:ph type="body" idx="1"/>
          </p:nvPr>
        </p:nvSpPr>
        <p:spPr/>
        <p:txBody>
          <a:bodyPr/>
          <a:lstStyle/>
          <a:p>
            <a:endParaRPr lang="es-ES" dirty="0"/>
          </a:p>
        </p:txBody>
      </p:sp>
      <p:sp>
        <p:nvSpPr>
          <p:cNvPr id="4" name="Marcador de número de diapositiva 3">
            <a:extLst>
              <a:ext uri="{FF2B5EF4-FFF2-40B4-BE49-F238E27FC236}">
                <a16:creationId xmlns:a16="http://schemas.microsoft.com/office/drawing/2014/main" id="{C5019EDE-3591-693D-ACF1-D29246E9B9AB}"/>
              </a:ext>
            </a:extLst>
          </p:cNvPr>
          <p:cNvSpPr>
            <a:spLocks noGrp="1"/>
          </p:cNvSpPr>
          <p:nvPr>
            <p:ph type="sldNum" sz="quarter" idx="5"/>
          </p:nvPr>
        </p:nvSpPr>
        <p:spPr/>
        <p:txBody>
          <a:bodyPr/>
          <a:lstStyle/>
          <a:p>
            <a:fld id="{676223B9-C868-4436-87D9-1A3152E1157A}" type="slidenum">
              <a:rPr lang="es-ES" smtClean="0"/>
              <a:t>5</a:t>
            </a:fld>
            <a:endParaRPr lang="es-ES"/>
          </a:p>
        </p:txBody>
      </p:sp>
    </p:spTree>
    <p:extLst>
      <p:ext uri="{BB962C8B-B14F-4D97-AF65-F5344CB8AC3E}">
        <p14:creationId xmlns:p14="http://schemas.microsoft.com/office/powerpoint/2010/main" val="989200370"/>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CB72C95-3E2F-B7FE-21F6-189EB4BA6CFC}"/>
            </a:ext>
          </a:extLst>
        </p:cNvPr>
        <p:cNvGrpSpPr/>
        <p:nvPr/>
      </p:nvGrpSpPr>
      <p:grpSpPr>
        <a:xfrm>
          <a:off x="0" y="0"/>
          <a:ext cx="0" cy="0"/>
          <a:chOff x="0" y="0"/>
          <a:chExt cx="0" cy="0"/>
        </a:xfrm>
      </p:grpSpPr>
      <p:sp>
        <p:nvSpPr>
          <p:cNvPr id="2" name="Marcador de imagen de diapositiva 1">
            <a:extLst>
              <a:ext uri="{FF2B5EF4-FFF2-40B4-BE49-F238E27FC236}">
                <a16:creationId xmlns:a16="http://schemas.microsoft.com/office/drawing/2014/main" id="{85E9455F-C268-BBBC-9E0E-180E8E143817}"/>
              </a:ext>
            </a:extLst>
          </p:cNvPr>
          <p:cNvSpPr>
            <a:spLocks noGrp="1" noRot="1" noChangeAspect="1"/>
          </p:cNvSpPr>
          <p:nvPr>
            <p:ph type="sldImg"/>
          </p:nvPr>
        </p:nvSpPr>
        <p:spPr/>
      </p:sp>
      <p:sp>
        <p:nvSpPr>
          <p:cNvPr id="3" name="Marcador de notas 2">
            <a:extLst>
              <a:ext uri="{FF2B5EF4-FFF2-40B4-BE49-F238E27FC236}">
                <a16:creationId xmlns:a16="http://schemas.microsoft.com/office/drawing/2014/main" id="{9F897F71-1B95-ACBF-5417-37644D5C57F1}"/>
              </a:ext>
            </a:extLst>
          </p:cNvPr>
          <p:cNvSpPr>
            <a:spLocks noGrp="1"/>
          </p:cNvSpPr>
          <p:nvPr>
            <p:ph type="body" idx="1"/>
          </p:nvPr>
        </p:nvSpPr>
        <p:spPr/>
        <p:txBody>
          <a:bodyPr/>
          <a:lstStyle/>
          <a:p>
            <a:endParaRPr lang="es-ES" dirty="0"/>
          </a:p>
        </p:txBody>
      </p:sp>
      <p:sp>
        <p:nvSpPr>
          <p:cNvPr id="4" name="Marcador de número de diapositiva 3">
            <a:extLst>
              <a:ext uri="{FF2B5EF4-FFF2-40B4-BE49-F238E27FC236}">
                <a16:creationId xmlns:a16="http://schemas.microsoft.com/office/drawing/2014/main" id="{71079757-D1CE-2684-F2E0-5ECADF87EDD2}"/>
              </a:ext>
            </a:extLst>
          </p:cNvPr>
          <p:cNvSpPr>
            <a:spLocks noGrp="1"/>
          </p:cNvSpPr>
          <p:nvPr>
            <p:ph type="sldNum" sz="quarter" idx="5"/>
          </p:nvPr>
        </p:nvSpPr>
        <p:spPr/>
        <p:txBody>
          <a:bodyPr/>
          <a:lstStyle/>
          <a:p>
            <a:fld id="{676223B9-C868-4436-87D9-1A3152E1157A}" type="slidenum">
              <a:rPr lang="es-ES" smtClean="0"/>
              <a:t>6</a:t>
            </a:fld>
            <a:endParaRPr lang="es-ES"/>
          </a:p>
        </p:txBody>
      </p:sp>
    </p:spTree>
    <p:extLst>
      <p:ext uri="{BB962C8B-B14F-4D97-AF65-F5344CB8AC3E}">
        <p14:creationId xmlns:p14="http://schemas.microsoft.com/office/powerpoint/2010/main" val="1928383033"/>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3A542C4-8DFA-0373-9C9B-0D63970D5928}"/>
            </a:ext>
          </a:extLst>
        </p:cNvPr>
        <p:cNvGrpSpPr/>
        <p:nvPr/>
      </p:nvGrpSpPr>
      <p:grpSpPr>
        <a:xfrm>
          <a:off x="0" y="0"/>
          <a:ext cx="0" cy="0"/>
          <a:chOff x="0" y="0"/>
          <a:chExt cx="0" cy="0"/>
        </a:xfrm>
      </p:grpSpPr>
      <p:sp>
        <p:nvSpPr>
          <p:cNvPr id="2" name="Marcador de imagen de diapositiva 1">
            <a:extLst>
              <a:ext uri="{FF2B5EF4-FFF2-40B4-BE49-F238E27FC236}">
                <a16:creationId xmlns:a16="http://schemas.microsoft.com/office/drawing/2014/main" id="{0525DC5E-3A10-27D7-B9C6-C11F742D6491}"/>
              </a:ext>
            </a:extLst>
          </p:cNvPr>
          <p:cNvSpPr>
            <a:spLocks noGrp="1" noRot="1" noChangeAspect="1"/>
          </p:cNvSpPr>
          <p:nvPr>
            <p:ph type="sldImg"/>
          </p:nvPr>
        </p:nvSpPr>
        <p:spPr/>
      </p:sp>
      <p:sp>
        <p:nvSpPr>
          <p:cNvPr id="3" name="Marcador de notas 2">
            <a:extLst>
              <a:ext uri="{FF2B5EF4-FFF2-40B4-BE49-F238E27FC236}">
                <a16:creationId xmlns:a16="http://schemas.microsoft.com/office/drawing/2014/main" id="{760C6702-1D83-AE54-10D2-56D775AC70B0}"/>
              </a:ext>
            </a:extLst>
          </p:cNvPr>
          <p:cNvSpPr>
            <a:spLocks noGrp="1"/>
          </p:cNvSpPr>
          <p:nvPr>
            <p:ph type="body" idx="1"/>
          </p:nvPr>
        </p:nvSpPr>
        <p:spPr/>
        <p:txBody>
          <a:bodyPr/>
          <a:lstStyle/>
          <a:p>
            <a:endParaRPr lang="es-ES" dirty="0"/>
          </a:p>
        </p:txBody>
      </p:sp>
      <p:sp>
        <p:nvSpPr>
          <p:cNvPr id="4" name="Marcador de número de diapositiva 3">
            <a:extLst>
              <a:ext uri="{FF2B5EF4-FFF2-40B4-BE49-F238E27FC236}">
                <a16:creationId xmlns:a16="http://schemas.microsoft.com/office/drawing/2014/main" id="{E8ADBDFD-835D-BBCB-2FD3-FB384EAFF486}"/>
              </a:ext>
            </a:extLst>
          </p:cNvPr>
          <p:cNvSpPr>
            <a:spLocks noGrp="1"/>
          </p:cNvSpPr>
          <p:nvPr>
            <p:ph type="sldNum" sz="quarter" idx="5"/>
          </p:nvPr>
        </p:nvSpPr>
        <p:spPr/>
        <p:txBody>
          <a:bodyPr/>
          <a:lstStyle/>
          <a:p>
            <a:fld id="{676223B9-C868-4436-87D9-1A3152E1157A}" type="slidenum">
              <a:rPr lang="es-ES" smtClean="0"/>
              <a:t>7</a:t>
            </a:fld>
            <a:endParaRPr lang="es-ES"/>
          </a:p>
        </p:txBody>
      </p:sp>
    </p:spTree>
    <p:extLst>
      <p:ext uri="{BB962C8B-B14F-4D97-AF65-F5344CB8AC3E}">
        <p14:creationId xmlns:p14="http://schemas.microsoft.com/office/powerpoint/2010/main" val="1436658672"/>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EE2BF37-98F6-CD9B-2255-0A64B5CEA44D}"/>
            </a:ext>
          </a:extLst>
        </p:cNvPr>
        <p:cNvGrpSpPr/>
        <p:nvPr/>
      </p:nvGrpSpPr>
      <p:grpSpPr>
        <a:xfrm>
          <a:off x="0" y="0"/>
          <a:ext cx="0" cy="0"/>
          <a:chOff x="0" y="0"/>
          <a:chExt cx="0" cy="0"/>
        </a:xfrm>
      </p:grpSpPr>
      <p:sp>
        <p:nvSpPr>
          <p:cNvPr id="2" name="Marcador de imagen de diapositiva 1">
            <a:extLst>
              <a:ext uri="{FF2B5EF4-FFF2-40B4-BE49-F238E27FC236}">
                <a16:creationId xmlns:a16="http://schemas.microsoft.com/office/drawing/2014/main" id="{AB68927E-2442-0553-FBC8-D3C32BCC5CFE}"/>
              </a:ext>
            </a:extLst>
          </p:cNvPr>
          <p:cNvSpPr>
            <a:spLocks noGrp="1" noRot="1" noChangeAspect="1"/>
          </p:cNvSpPr>
          <p:nvPr>
            <p:ph type="sldImg"/>
          </p:nvPr>
        </p:nvSpPr>
        <p:spPr/>
      </p:sp>
      <p:sp>
        <p:nvSpPr>
          <p:cNvPr id="3" name="Marcador de notas 2">
            <a:extLst>
              <a:ext uri="{FF2B5EF4-FFF2-40B4-BE49-F238E27FC236}">
                <a16:creationId xmlns:a16="http://schemas.microsoft.com/office/drawing/2014/main" id="{36130D77-4D33-EE41-3A9E-4EB6D2419067}"/>
              </a:ext>
            </a:extLst>
          </p:cNvPr>
          <p:cNvSpPr>
            <a:spLocks noGrp="1"/>
          </p:cNvSpPr>
          <p:nvPr>
            <p:ph type="body" idx="1"/>
          </p:nvPr>
        </p:nvSpPr>
        <p:spPr/>
        <p:txBody>
          <a:bodyPr/>
          <a:lstStyle/>
          <a:p>
            <a:endParaRPr lang="es-ES" dirty="0"/>
          </a:p>
        </p:txBody>
      </p:sp>
      <p:sp>
        <p:nvSpPr>
          <p:cNvPr id="4" name="Marcador de número de diapositiva 3">
            <a:extLst>
              <a:ext uri="{FF2B5EF4-FFF2-40B4-BE49-F238E27FC236}">
                <a16:creationId xmlns:a16="http://schemas.microsoft.com/office/drawing/2014/main" id="{75BAC07D-EBC4-F68A-7BE7-2B2DCCECD5CD}"/>
              </a:ext>
            </a:extLst>
          </p:cNvPr>
          <p:cNvSpPr>
            <a:spLocks noGrp="1"/>
          </p:cNvSpPr>
          <p:nvPr>
            <p:ph type="sldNum" sz="quarter" idx="5"/>
          </p:nvPr>
        </p:nvSpPr>
        <p:spPr/>
        <p:txBody>
          <a:bodyPr/>
          <a:lstStyle/>
          <a:p>
            <a:fld id="{676223B9-C868-4436-87D9-1A3152E1157A}" type="slidenum">
              <a:rPr lang="es-ES" smtClean="0"/>
              <a:t>8</a:t>
            </a:fld>
            <a:endParaRPr lang="es-ES"/>
          </a:p>
        </p:txBody>
      </p:sp>
    </p:spTree>
    <p:extLst>
      <p:ext uri="{BB962C8B-B14F-4D97-AF65-F5344CB8AC3E}">
        <p14:creationId xmlns:p14="http://schemas.microsoft.com/office/powerpoint/2010/main" val="1885431093"/>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20988B3-C141-4645-2F2A-A09F408267B3}"/>
            </a:ext>
          </a:extLst>
        </p:cNvPr>
        <p:cNvGrpSpPr/>
        <p:nvPr/>
      </p:nvGrpSpPr>
      <p:grpSpPr>
        <a:xfrm>
          <a:off x="0" y="0"/>
          <a:ext cx="0" cy="0"/>
          <a:chOff x="0" y="0"/>
          <a:chExt cx="0" cy="0"/>
        </a:xfrm>
      </p:grpSpPr>
      <p:sp>
        <p:nvSpPr>
          <p:cNvPr id="2" name="Marcador de imagen de diapositiva 1">
            <a:extLst>
              <a:ext uri="{FF2B5EF4-FFF2-40B4-BE49-F238E27FC236}">
                <a16:creationId xmlns:a16="http://schemas.microsoft.com/office/drawing/2014/main" id="{EB22BAD8-B0CC-3164-3027-A210D7EB753B}"/>
              </a:ext>
            </a:extLst>
          </p:cNvPr>
          <p:cNvSpPr>
            <a:spLocks noGrp="1" noRot="1" noChangeAspect="1"/>
          </p:cNvSpPr>
          <p:nvPr>
            <p:ph type="sldImg"/>
          </p:nvPr>
        </p:nvSpPr>
        <p:spPr/>
      </p:sp>
      <p:sp>
        <p:nvSpPr>
          <p:cNvPr id="3" name="Marcador de notas 2">
            <a:extLst>
              <a:ext uri="{FF2B5EF4-FFF2-40B4-BE49-F238E27FC236}">
                <a16:creationId xmlns:a16="http://schemas.microsoft.com/office/drawing/2014/main" id="{33995D4B-1202-927A-28C9-66F35C33AE68}"/>
              </a:ext>
            </a:extLst>
          </p:cNvPr>
          <p:cNvSpPr>
            <a:spLocks noGrp="1"/>
          </p:cNvSpPr>
          <p:nvPr>
            <p:ph type="body" idx="1"/>
          </p:nvPr>
        </p:nvSpPr>
        <p:spPr/>
        <p:txBody>
          <a:bodyPr/>
          <a:lstStyle/>
          <a:p>
            <a:endParaRPr lang="es-ES" dirty="0"/>
          </a:p>
        </p:txBody>
      </p:sp>
      <p:sp>
        <p:nvSpPr>
          <p:cNvPr id="4" name="Marcador de número de diapositiva 3">
            <a:extLst>
              <a:ext uri="{FF2B5EF4-FFF2-40B4-BE49-F238E27FC236}">
                <a16:creationId xmlns:a16="http://schemas.microsoft.com/office/drawing/2014/main" id="{0156FFEE-1184-FFA2-1E7F-CC9E8439AC53}"/>
              </a:ext>
            </a:extLst>
          </p:cNvPr>
          <p:cNvSpPr>
            <a:spLocks noGrp="1"/>
          </p:cNvSpPr>
          <p:nvPr>
            <p:ph type="sldNum" sz="quarter" idx="5"/>
          </p:nvPr>
        </p:nvSpPr>
        <p:spPr/>
        <p:txBody>
          <a:bodyPr/>
          <a:lstStyle/>
          <a:p>
            <a:fld id="{676223B9-C868-4436-87D9-1A3152E1157A}" type="slidenum">
              <a:rPr lang="es-ES" smtClean="0"/>
              <a:t>9</a:t>
            </a:fld>
            <a:endParaRPr lang="es-ES"/>
          </a:p>
        </p:txBody>
      </p:sp>
    </p:spTree>
    <p:extLst>
      <p:ext uri="{BB962C8B-B14F-4D97-AF65-F5344CB8AC3E}">
        <p14:creationId xmlns:p14="http://schemas.microsoft.com/office/powerpoint/2010/main" val="381095348"/>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1C1603B-9135-C081-2B31-769069AD680E}"/>
            </a:ext>
          </a:extLst>
        </p:cNvPr>
        <p:cNvGrpSpPr/>
        <p:nvPr/>
      </p:nvGrpSpPr>
      <p:grpSpPr>
        <a:xfrm>
          <a:off x="0" y="0"/>
          <a:ext cx="0" cy="0"/>
          <a:chOff x="0" y="0"/>
          <a:chExt cx="0" cy="0"/>
        </a:xfrm>
      </p:grpSpPr>
      <p:sp>
        <p:nvSpPr>
          <p:cNvPr id="2" name="Marcador de imagen de diapositiva 1">
            <a:extLst>
              <a:ext uri="{FF2B5EF4-FFF2-40B4-BE49-F238E27FC236}">
                <a16:creationId xmlns:a16="http://schemas.microsoft.com/office/drawing/2014/main" id="{FD99A4FC-F38F-1F64-D3B6-A7CB1F176561}"/>
              </a:ext>
            </a:extLst>
          </p:cNvPr>
          <p:cNvSpPr>
            <a:spLocks noGrp="1" noRot="1" noChangeAspect="1"/>
          </p:cNvSpPr>
          <p:nvPr>
            <p:ph type="sldImg"/>
          </p:nvPr>
        </p:nvSpPr>
        <p:spPr/>
      </p:sp>
      <p:sp>
        <p:nvSpPr>
          <p:cNvPr id="3" name="Marcador de notas 2">
            <a:extLst>
              <a:ext uri="{FF2B5EF4-FFF2-40B4-BE49-F238E27FC236}">
                <a16:creationId xmlns:a16="http://schemas.microsoft.com/office/drawing/2014/main" id="{79DE122A-5678-C3A6-DA2E-7F157536115B}"/>
              </a:ext>
            </a:extLst>
          </p:cNvPr>
          <p:cNvSpPr>
            <a:spLocks noGrp="1"/>
          </p:cNvSpPr>
          <p:nvPr>
            <p:ph type="body" idx="1"/>
          </p:nvPr>
        </p:nvSpPr>
        <p:spPr/>
        <p:txBody>
          <a:bodyPr/>
          <a:lstStyle/>
          <a:p>
            <a:endParaRPr lang="es-ES" dirty="0"/>
          </a:p>
        </p:txBody>
      </p:sp>
      <p:sp>
        <p:nvSpPr>
          <p:cNvPr id="4" name="Marcador de número de diapositiva 3">
            <a:extLst>
              <a:ext uri="{FF2B5EF4-FFF2-40B4-BE49-F238E27FC236}">
                <a16:creationId xmlns:a16="http://schemas.microsoft.com/office/drawing/2014/main" id="{AF3E05D2-9492-CE57-A46F-C3452083A66E}"/>
              </a:ext>
            </a:extLst>
          </p:cNvPr>
          <p:cNvSpPr>
            <a:spLocks noGrp="1"/>
          </p:cNvSpPr>
          <p:nvPr>
            <p:ph type="sldNum" sz="quarter" idx="5"/>
          </p:nvPr>
        </p:nvSpPr>
        <p:spPr/>
        <p:txBody>
          <a:bodyPr/>
          <a:lstStyle/>
          <a:p>
            <a:fld id="{676223B9-C868-4436-87D9-1A3152E1157A}" type="slidenum">
              <a:rPr lang="es-ES" smtClean="0"/>
              <a:t>10</a:t>
            </a:fld>
            <a:endParaRPr lang="es-ES"/>
          </a:p>
        </p:txBody>
      </p:sp>
    </p:spTree>
    <p:extLst>
      <p:ext uri="{BB962C8B-B14F-4D97-AF65-F5344CB8AC3E}">
        <p14:creationId xmlns:p14="http://schemas.microsoft.com/office/powerpoint/2010/main" val="3329867832"/>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57C3985-B87F-8B54-25DB-7A8A236F9037}"/>
            </a:ext>
          </a:extLst>
        </p:cNvPr>
        <p:cNvGrpSpPr/>
        <p:nvPr/>
      </p:nvGrpSpPr>
      <p:grpSpPr>
        <a:xfrm>
          <a:off x="0" y="0"/>
          <a:ext cx="0" cy="0"/>
          <a:chOff x="0" y="0"/>
          <a:chExt cx="0" cy="0"/>
        </a:xfrm>
      </p:grpSpPr>
      <p:sp>
        <p:nvSpPr>
          <p:cNvPr id="2" name="Marcador de imagen de diapositiva 1">
            <a:extLst>
              <a:ext uri="{FF2B5EF4-FFF2-40B4-BE49-F238E27FC236}">
                <a16:creationId xmlns:a16="http://schemas.microsoft.com/office/drawing/2014/main" id="{52A51127-5279-71DD-C4AF-D69CB14726F3}"/>
              </a:ext>
            </a:extLst>
          </p:cNvPr>
          <p:cNvSpPr>
            <a:spLocks noGrp="1" noRot="1" noChangeAspect="1"/>
          </p:cNvSpPr>
          <p:nvPr>
            <p:ph type="sldImg"/>
          </p:nvPr>
        </p:nvSpPr>
        <p:spPr/>
      </p:sp>
      <p:sp>
        <p:nvSpPr>
          <p:cNvPr id="3" name="Marcador de notas 2">
            <a:extLst>
              <a:ext uri="{FF2B5EF4-FFF2-40B4-BE49-F238E27FC236}">
                <a16:creationId xmlns:a16="http://schemas.microsoft.com/office/drawing/2014/main" id="{5EFBFE56-C354-B9C3-FD77-2850C0A6D44D}"/>
              </a:ext>
            </a:extLst>
          </p:cNvPr>
          <p:cNvSpPr>
            <a:spLocks noGrp="1"/>
          </p:cNvSpPr>
          <p:nvPr>
            <p:ph type="body" idx="1"/>
          </p:nvPr>
        </p:nvSpPr>
        <p:spPr/>
        <p:txBody>
          <a:bodyPr/>
          <a:lstStyle/>
          <a:p>
            <a:endParaRPr lang="es-ES" dirty="0"/>
          </a:p>
        </p:txBody>
      </p:sp>
      <p:sp>
        <p:nvSpPr>
          <p:cNvPr id="4" name="Marcador de número de diapositiva 3">
            <a:extLst>
              <a:ext uri="{FF2B5EF4-FFF2-40B4-BE49-F238E27FC236}">
                <a16:creationId xmlns:a16="http://schemas.microsoft.com/office/drawing/2014/main" id="{42E37474-7F23-4D20-C508-402CDCFD0B0E}"/>
              </a:ext>
            </a:extLst>
          </p:cNvPr>
          <p:cNvSpPr>
            <a:spLocks noGrp="1"/>
          </p:cNvSpPr>
          <p:nvPr>
            <p:ph type="sldNum" sz="quarter" idx="5"/>
          </p:nvPr>
        </p:nvSpPr>
        <p:spPr/>
        <p:txBody>
          <a:bodyPr/>
          <a:lstStyle/>
          <a:p>
            <a:fld id="{676223B9-C868-4436-87D9-1A3152E1157A}" type="slidenum">
              <a:rPr lang="es-ES" smtClean="0"/>
              <a:t>11</a:t>
            </a:fld>
            <a:endParaRPr lang="es-ES"/>
          </a:p>
        </p:txBody>
      </p:sp>
    </p:spTree>
    <p:extLst>
      <p:ext uri="{BB962C8B-B14F-4D97-AF65-F5344CB8AC3E}">
        <p14:creationId xmlns:p14="http://schemas.microsoft.com/office/powerpoint/2010/main" val="3928508598"/>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78900E6-7631-A71E-631A-C5F824BB2D13}"/>
            </a:ext>
          </a:extLst>
        </p:cNvPr>
        <p:cNvGrpSpPr/>
        <p:nvPr/>
      </p:nvGrpSpPr>
      <p:grpSpPr>
        <a:xfrm>
          <a:off x="0" y="0"/>
          <a:ext cx="0" cy="0"/>
          <a:chOff x="0" y="0"/>
          <a:chExt cx="0" cy="0"/>
        </a:xfrm>
      </p:grpSpPr>
      <p:sp>
        <p:nvSpPr>
          <p:cNvPr id="2" name="Marcador de imagen de diapositiva 1">
            <a:extLst>
              <a:ext uri="{FF2B5EF4-FFF2-40B4-BE49-F238E27FC236}">
                <a16:creationId xmlns:a16="http://schemas.microsoft.com/office/drawing/2014/main" id="{AE5E30D8-BE0D-5F53-859B-ECDB727F9A3B}"/>
              </a:ext>
            </a:extLst>
          </p:cNvPr>
          <p:cNvSpPr>
            <a:spLocks noGrp="1" noRot="1" noChangeAspect="1"/>
          </p:cNvSpPr>
          <p:nvPr>
            <p:ph type="sldImg"/>
          </p:nvPr>
        </p:nvSpPr>
        <p:spPr/>
      </p:sp>
      <p:sp>
        <p:nvSpPr>
          <p:cNvPr id="3" name="Marcador de notas 2">
            <a:extLst>
              <a:ext uri="{FF2B5EF4-FFF2-40B4-BE49-F238E27FC236}">
                <a16:creationId xmlns:a16="http://schemas.microsoft.com/office/drawing/2014/main" id="{D592A249-94E1-D300-5222-DA1A29BB6069}"/>
              </a:ext>
            </a:extLst>
          </p:cNvPr>
          <p:cNvSpPr>
            <a:spLocks noGrp="1"/>
          </p:cNvSpPr>
          <p:nvPr>
            <p:ph type="body" idx="1"/>
          </p:nvPr>
        </p:nvSpPr>
        <p:spPr/>
        <p:txBody>
          <a:bodyPr/>
          <a:lstStyle/>
          <a:p>
            <a:endParaRPr lang="es-ES" dirty="0"/>
          </a:p>
        </p:txBody>
      </p:sp>
      <p:sp>
        <p:nvSpPr>
          <p:cNvPr id="4" name="Marcador de número de diapositiva 3">
            <a:extLst>
              <a:ext uri="{FF2B5EF4-FFF2-40B4-BE49-F238E27FC236}">
                <a16:creationId xmlns:a16="http://schemas.microsoft.com/office/drawing/2014/main" id="{03F05803-A40B-767D-DB39-20766457E112}"/>
              </a:ext>
            </a:extLst>
          </p:cNvPr>
          <p:cNvSpPr>
            <a:spLocks noGrp="1"/>
          </p:cNvSpPr>
          <p:nvPr>
            <p:ph type="sldNum" sz="quarter" idx="5"/>
          </p:nvPr>
        </p:nvSpPr>
        <p:spPr/>
        <p:txBody>
          <a:bodyPr/>
          <a:lstStyle/>
          <a:p>
            <a:fld id="{676223B9-C868-4436-87D9-1A3152E1157A}" type="slidenum">
              <a:rPr lang="es-ES" smtClean="0"/>
              <a:t>12</a:t>
            </a:fld>
            <a:endParaRPr lang="es-ES"/>
          </a:p>
        </p:txBody>
      </p:sp>
    </p:spTree>
    <p:extLst>
      <p:ext uri="{BB962C8B-B14F-4D97-AF65-F5344CB8AC3E}">
        <p14:creationId xmlns:p14="http://schemas.microsoft.com/office/powerpoint/2010/main" val="2878601807"/>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0D9EAE7-9EAB-544B-26F0-D89AD57C0BCA}"/>
            </a:ext>
          </a:extLst>
        </p:cNvPr>
        <p:cNvGrpSpPr/>
        <p:nvPr/>
      </p:nvGrpSpPr>
      <p:grpSpPr>
        <a:xfrm>
          <a:off x="0" y="0"/>
          <a:ext cx="0" cy="0"/>
          <a:chOff x="0" y="0"/>
          <a:chExt cx="0" cy="0"/>
        </a:xfrm>
      </p:grpSpPr>
      <p:sp>
        <p:nvSpPr>
          <p:cNvPr id="2" name="Marcador de imagen de diapositiva 1">
            <a:extLst>
              <a:ext uri="{FF2B5EF4-FFF2-40B4-BE49-F238E27FC236}">
                <a16:creationId xmlns:a16="http://schemas.microsoft.com/office/drawing/2014/main" id="{77142DDC-39F3-B8EF-C550-B1BDBF798325}"/>
              </a:ext>
            </a:extLst>
          </p:cNvPr>
          <p:cNvSpPr>
            <a:spLocks noGrp="1" noRot="1" noChangeAspect="1"/>
          </p:cNvSpPr>
          <p:nvPr>
            <p:ph type="sldImg"/>
          </p:nvPr>
        </p:nvSpPr>
        <p:spPr/>
      </p:sp>
      <p:sp>
        <p:nvSpPr>
          <p:cNvPr id="3" name="Marcador de notas 2">
            <a:extLst>
              <a:ext uri="{FF2B5EF4-FFF2-40B4-BE49-F238E27FC236}">
                <a16:creationId xmlns:a16="http://schemas.microsoft.com/office/drawing/2014/main" id="{214E7676-8E00-A60E-B890-D4F612C9A57A}"/>
              </a:ext>
            </a:extLst>
          </p:cNvPr>
          <p:cNvSpPr>
            <a:spLocks noGrp="1"/>
          </p:cNvSpPr>
          <p:nvPr>
            <p:ph type="body" idx="1"/>
          </p:nvPr>
        </p:nvSpPr>
        <p:spPr/>
        <p:txBody>
          <a:bodyPr/>
          <a:lstStyle/>
          <a:p>
            <a:endParaRPr lang="es-ES" dirty="0"/>
          </a:p>
        </p:txBody>
      </p:sp>
      <p:sp>
        <p:nvSpPr>
          <p:cNvPr id="4" name="Marcador de número de diapositiva 3">
            <a:extLst>
              <a:ext uri="{FF2B5EF4-FFF2-40B4-BE49-F238E27FC236}">
                <a16:creationId xmlns:a16="http://schemas.microsoft.com/office/drawing/2014/main" id="{8F8AAF8C-62CF-3619-1C70-91E48BE9A4C4}"/>
              </a:ext>
            </a:extLst>
          </p:cNvPr>
          <p:cNvSpPr>
            <a:spLocks noGrp="1"/>
          </p:cNvSpPr>
          <p:nvPr>
            <p:ph type="sldNum" sz="quarter" idx="5"/>
          </p:nvPr>
        </p:nvSpPr>
        <p:spPr/>
        <p:txBody>
          <a:bodyPr/>
          <a:lstStyle/>
          <a:p>
            <a:fld id="{676223B9-C868-4436-87D9-1A3152E1157A}" type="slidenum">
              <a:rPr lang="es-ES" smtClean="0"/>
              <a:t>13</a:t>
            </a:fld>
            <a:endParaRPr lang="es-ES"/>
          </a:p>
        </p:txBody>
      </p:sp>
    </p:spTree>
    <p:extLst>
      <p:ext uri="{BB962C8B-B14F-4D97-AF65-F5344CB8AC3E}">
        <p14:creationId xmlns:p14="http://schemas.microsoft.com/office/powerpoint/2010/main" val="2163104795"/>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4E0F2B7-D6B9-B03D-B92F-FA2B86B52FEC}"/>
            </a:ext>
          </a:extLst>
        </p:cNvPr>
        <p:cNvGrpSpPr/>
        <p:nvPr/>
      </p:nvGrpSpPr>
      <p:grpSpPr>
        <a:xfrm>
          <a:off x="0" y="0"/>
          <a:ext cx="0" cy="0"/>
          <a:chOff x="0" y="0"/>
          <a:chExt cx="0" cy="0"/>
        </a:xfrm>
      </p:grpSpPr>
      <p:sp>
        <p:nvSpPr>
          <p:cNvPr id="2" name="Marcador de imagen de diapositiva 1">
            <a:extLst>
              <a:ext uri="{FF2B5EF4-FFF2-40B4-BE49-F238E27FC236}">
                <a16:creationId xmlns:a16="http://schemas.microsoft.com/office/drawing/2014/main" id="{DD7C7C51-7C2B-C940-BA89-FA0E5909DA60}"/>
              </a:ext>
            </a:extLst>
          </p:cNvPr>
          <p:cNvSpPr>
            <a:spLocks noGrp="1" noRot="1" noChangeAspect="1"/>
          </p:cNvSpPr>
          <p:nvPr>
            <p:ph type="sldImg"/>
          </p:nvPr>
        </p:nvSpPr>
        <p:spPr/>
      </p:sp>
      <p:sp>
        <p:nvSpPr>
          <p:cNvPr id="3" name="Marcador de notas 2">
            <a:extLst>
              <a:ext uri="{FF2B5EF4-FFF2-40B4-BE49-F238E27FC236}">
                <a16:creationId xmlns:a16="http://schemas.microsoft.com/office/drawing/2014/main" id="{46793E86-4DCA-B6A2-DCB7-DE79D706637B}"/>
              </a:ext>
            </a:extLst>
          </p:cNvPr>
          <p:cNvSpPr>
            <a:spLocks noGrp="1"/>
          </p:cNvSpPr>
          <p:nvPr>
            <p:ph type="body" idx="1"/>
          </p:nvPr>
        </p:nvSpPr>
        <p:spPr/>
        <p:txBody>
          <a:bodyPr/>
          <a:lstStyle/>
          <a:p>
            <a:endParaRPr lang="es-ES" dirty="0"/>
          </a:p>
        </p:txBody>
      </p:sp>
      <p:sp>
        <p:nvSpPr>
          <p:cNvPr id="4" name="Marcador de número de diapositiva 3">
            <a:extLst>
              <a:ext uri="{FF2B5EF4-FFF2-40B4-BE49-F238E27FC236}">
                <a16:creationId xmlns:a16="http://schemas.microsoft.com/office/drawing/2014/main" id="{0B5A08B7-9825-D2E7-8741-E7CC18EFB706}"/>
              </a:ext>
            </a:extLst>
          </p:cNvPr>
          <p:cNvSpPr>
            <a:spLocks noGrp="1"/>
          </p:cNvSpPr>
          <p:nvPr>
            <p:ph type="sldNum" sz="quarter" idx="5"/>
          </p:nvPr>
        </p:nvSpPr>
        <p:spPr/>
        <p:txBody>
          <a:bodyPr/>
          <a:lstStyle/>
          <a:p>
            <a:fld id="{676223B9-C868-4436-87D9-1A3152E1157A}" type="slidenum">
              <a:rPr lang="es-ES" smtClean="0"/>
              <a:t>14</a:t>
            </a:fld>
            <a:endParaRPr lang="es-ES"/>
          </a:p>
        </p:txBody>
      </p:sp>
    </p:spTree>
    <p:extLst>
      <p:ext uri="{BB962C8B-B14F-4D97-AF65-F5344CB8AC3E}">
        <p14:creationId xmlns:p14="http://schemas.microsoft.com/office/powerpoint/2010/main" val="3840440938"/>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74169CA-A6E9-D0C3-4D3A-6AF908910447}"/>
            </a:ext>
          </a:extLst>
        </p:cNvPr>
        <p:cNvGrpSpPr/>
        <p:nvPr/>
      </p:nvGrpSpPr>
      <p:grpSpPr>
        <a:xfrm>
          <a:off x="0" y="0"/>
          <a:ext cx="0" cy="0"/>
          <a:chOff x="0" y="0"/>
          <a:chExt cx="0" cy="0"/>
        </a:xfrm>
      </p:grpSpPr>
      <p:sp>
        <p:nvSpPr>
          <p:cNvPr id="2" name="Marcador de imagen de diapositiva 1">
            <a:extLst>
              <a:ext uri="{FF2B5EF4-FFF2-40B4-BE49-F238E27FC236}">
                <a16:creationId xmlns:a16="http://schemas.microsoft.com/office/drawing/2014/main" id="{DEC97DB9-2632-3700-0312-BB76DC46DEE3}"/>
              </a:ext>
            </a:extLst>
          </p:cNvPr>
          <p:cNvSpPr>
            <a:spLocks noGrp="1" noRot="1" noChangeAspect="1"/>
          </p:cNvSpPr>
          <p:nvPr>
            <p:ph type="sldImg"/>
          </p:nvPr>
        </p:nvSpPr>
        <p:spPr/>
      </p:sp>
      <p:sp>
        <p:nvSpPr>
          <p:cNvPr id="3" name="Marcador de notas 2">
            <a:extLst>
              <a:ext uri="{FF2B5EF4-FFF2-40B4-BE49-F238E27FC236}">
                <a16:creationId xmlns:a16="http://schemas.microsoft.com/office/drawing/2014/main" id="{4A897758-8CC0-1479-13D7-87B5FBD747CB}"/>
              </a:ext>
            </a:extLst>
          </p:cNvPr>
          <p:cNvSpPr>
            <a:spLocks noGrp="1"/>
          </p:cNvSpPr>
          <p:nvPr>
            <p:ph type="body" idx="1"/>
          </p:nvPr>
        </p:nvSpPr>
        <p:spPr/>
        <p:txBody>
          <a:bodyPr/>
          <a:lstStyle/>
          <a:p>
            <a:endParaRPr lang="es-ES" dirty="0"/>
          </a:p>
        </p:txBody>
      </p:sp>
      <p:sp>
        <p:nvSpPr>
          <p:cNvPr id="4" name="Marcador de número de diapositiva 3">
            <a:extLst>
              <a:ext uri="{FF2B5EF4-FFF2-40B4-BE49-F238E27FC236}">
                <a16:creationId xmlns:a16="http://schemas.microsoft.com/office/drawing/2014/main" id="{5060DEFB-1A44-3354-5B15-298FF8A10085}"/>
              </a:ext>
            </a:extLst>
          </p:cNvPr>
          <p:cNvSpPr>
            <a:spLocks noGrp="1"/>
          </p:cNvSpPr>
          <p:nvPr>
            <p:ph type="sldNum" sz="quarter" idx="5"/>
          </p:nvPr>
        </p:nvSpPr>
        <p:spPr/>
        <p:txBody>
          <a:bodyPr/>
          <a:lstStyle/>
          <a:p>
            <a:fld id="{676223B9-C868-4436-87D9-1A3152E1157A}" type="slidenum">
              <a:rPr lang="es-ES" smtClean="0"/>
              <a:t>15</a:t>
            </a:fld>
            <a:endParaRPr lang="es-ES"/>
          </a:p>
        </p:txBody>
      </p:sp>
    </p:spTree>
    <p:extLst>
      <p:ext uri="{BB962C8B-B14F-4D97-AF65-F5344CB8AC3E}">
        <p14:creationId xmlns:p14="http://schemas.microsoft.com/office/powerpoint/2010/main" val="1576459404"/>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93EEF05-A9ED-4063-A2AA-98C6A8D6DE2F}"/>
            </a:ext>
          </a:extLst>
        </p:cNvPr>
        <p:cNvGrpSpPr/>
        <p:nvPr/>
      </p:nvGrpSpPr>
      <p:grpSpPr>
        <a:xfrm>
          <a:off x="0" y="0"/>
          <a:ext cx="0" cy="0"/>
          <a:chOff x="0" y="0"/>
          <a:chExt cx="0" cy="0"/>
        </a:xfrm>
      </p:grpSpPr>
      <p:sp>
        <p:nvSpPr>
          <p:cNvPr id="2" name="Marcador de imagen de diapositiva 1">
            <a:extLst>
              <a:ext uri="{FF2B5EF4-FFF2-40B4-BE49-F238E27FC236}">
                <a16:creationId xmlns:a16="http://schemas.microsoft.com/office/drawing/2014/main" id="{36CC9F3D-474B-5F70-79D9-167EF8F3B3D0}"/>
              </a:ext>
            </a:extLst>
          </p:cNvPr>
          <p:cNvSpPr>
            <a:spLocks noGrp="1" noRot="1" noChangeAspect="1"/>
          </p:cNvSpPr>
          <p:nvPr>
            <p:ph type="sldImg"/>
          </p:nvPr>
        </p:nvSpPr>
        <p:spPr/>
      </p:sp>
      <p:sp>
        <p:nvSpPr>
          <p:cNvPr id="3" name="Marcador de notas 2">
            <a:extLst>
              <a:ext uri="{FF2B5EF4-FFF2-40B4-BE49-F238E27FC236}">
                <a16:creationId xmlns:a16="http://schemas.microsoft.com/office/drawing/2014/main" id="{CD40FE54-24B5-FC5F-F21E-952E9E675729}"/>
              </a:ext>
            </a:extLst>
          </p:cNvPr>
          <p:cNvSpPr>
            <a:spLocks noGrp="1"/>
          </p:cNvSpPr>
          <p:nvPr>
            <p:ph type="body" idx="1"/>
          </p:nvPr>
        </p:nvSpPr>
        <p:spPr/>
        <p:txBody>
          <a:bodyPr/>
          <a:lstStyle/>
          <a:p>
            <a:endParaRPr lang="es-ES" dirty="0"/>
          </a:p>
        </p:txBody>
      </p:sp>
      <p:sp>
        <p:nvSpPr>
          <p:cNvPr id="4" name="Marcador de número de diapositiva 3">
            <a:extLst>
              <a:ext uri="{FF2B5EF4-FFF2-40B4-BE49-F238E27FC236}">
                <a16:creationId xmlns:a16="http://schemas.microsoft.com/office/drawing/2014/main" id="{C9593B33-9407-DC75-7786-3AF98E25B8AA}"/>
              </a:ext>
            </a:extLst>
          </p:cNvPr>
          <p:cNvSpPr>
            <a:spLocks noGrp="1"/>
          </p:cNvSpPr>
          <p:nvPr>
            <p:ph type="sldNum" sz="quarter" idx="5"/>
          </p:nvPr>
        </p:nvSpPr>
        <p:spPr/>
        <p:txBody>
          <a:bodyPr/>
          <a:lstStyle/>
          <a:p>
            <a:fld id="{676223B9-C868-4436-87D9-1A3152E1157A}" type="slidenum">
              <a:rPr lang="es-ES" smtClean="0"/>
              <a:t>16</a:t>
            </a:fld>
            <a:endParaRPr lang="es-ES"/>
          </a:p>
        </p:txBody>
      </p:sp>
    </p:spTree>
    <p:extLst>
      <p:ext uri="{BB962C8B-B14F-4D97-AF65-F5344CB8AC3E}">
        <p14:creationId xmlns:p14="http://schemas.microsoft.com/office/powerpoint/2010/main" val="2580955186"/>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D098519-42B7-655E-4022-B2992E58AB21}"/>
            </a:ext>
          </a:extLst>
        </p:cNvPr>
        <p:cNvGrpSpPr/>
        <p:nvPr/>
      </p:nvGrpSpPr>
      <p:grpSpPr>
        <a:xfrm>
          <a:off x="0" y="0"/>
          <a:ext cx="0" cy="0"/>
          <a:chOff x="0" y="0"/>
          <a:chExt cx="0" cy="0"/>
        </a:xfrm>
      </p:grpSpPr>
      <p:sp>
        <p:nvSpPr>
          <p:cNvPr id="2" name="Marcador de imagen de diapositiva 1">
            <a:extLst>
              <a:ext uri="{FF2B5EF4-FFF2-40B4-BE49-F238E27FC236}">
                <a16:creationId xmlns:a16="http://schemas.microsoft.com/office/drawing/2014/main" id="{AACCE18D-B63D-63C3-6428-4DFF0C0EE61B}"/>
              </a:ext>
            </a:extLst>
          </p:cNvPr>
          <p:cNvSpPr>
            <a:spLocks noGrp="1" noRot="1" noChangeAspect="1"/>
          </p:cNvSpPr>
          <p:nvPr>
            <p:ph type="sldImg"/>
          </p:nvPr>
        </p:nvSpPr>
        <p:spPr/>
      </p:sp>
      <p:sp>
        <p:nvSpPr>
          <p:cNvPr id="3" name="Marcador de notas 2">
            <a:extLst>
              <a:ext uri="{FF2B5EF4-FFF2-40B4-BE49-F238E27FC236}">
                <a16:creationId xmlns:a16="http://schemas.microsoft.com/office/drawing/2014/main" id="{E78607FD-2D20-707D-67E4-9FC2C53E57C2}"/>
              </a:ext>
            </a:extLst>
          </p:cNvPr>
          <p:cNvSpPr>
            <a:spLocks noGrp="1"/>
          </p:cNvSpPr>
          <p:nvPr>
            <p:ph type="body" idx="1"/>
          </p:nvPr>
        </p:nvSpPr>
        <p:spPr/>
        <p:txBody>
          <a:bodyPr/>
          <a:lstStyle/>
          <a:p>
            <a:endParaRPr lang="es-ES" dirty="0"/>
          </a:p>
        </p:txBody>
      </p:sp>
      <p:sp>
        <p:nvSpPr>
          <p:cNvPr id="4" name="Marcador de número de diapositiva 3">
            <a:extLst>
              <a:ext uri="{FF2B5EF4-FFF2-40B4-BE49-F238E27FC236}">
                <a16:creationId xmlns:a16="http://schemas.microsoft.com/office/drawing/2014/main" id="{7D4811B6-8915-6172-350B-331EA7D04CD5}"/>
              </a:ext>
            </a:extLst>
          </p:cNvPr>
          <p:cNvSpPr>
            <a:spLocks noGrp="1"/>
          </p:cNvSpPr>
          <p:nvPr>
            <p:ph type="sldNum" sz="quarter" idx="5"/>
          </p:nvPr>
        </p:nvSpPr>
        <p:spPr/>
        <p:txBody>
          <a:bodyPr/>
          <a:lstStyle/>
          <a:p>
            <a:fld id="{676223B9-C868-4436-87D9-1A3152E1157A}" type="slidenum">
              <a:rPr lang="es-ES" smtClean="0"/>
              <a:t>17</a:t>
            </a:fld>
            <a:endParaRPr lang="es-ES"/>
          </a:p>
        </p:txBody>
      </p:sp>
    </p:spTree>
    <p:extLst>
      <p:ext uri="{BB962C8B-B14F-4D97-AF65-F5344CB8AC3E}">
        <p14:creationId xmlns:p14="http://schemas.microsoft.com/office/powerpoint/2010/main" val="4073128807"/>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E7C29D9-3A36-E569-C2DB-61C609172AA4}"/>
            </a:ext>
          </a:extLst>
        </p:cNvPr>
        <p:cNvGrpSpPr/>
        <p:nvPr/>
      </p:nvGrpSpPr>
      <p:grpSpPr>
        <a:xfrm>
          <a:off x="0" y="0"/>
          <a:ext cx="0" cy="0"/>
          <a:chOff x="0" y="0"/>
          <a:chExt cx="0" cy="0"/>
        </a:xfrm>
      </p:grpSpPr>
      <p:sp>
        <p:nvSpPr>
          <p:cNvPr id="2" name="Marcador de imagen de diapositiva 1">
            <a:extLst>
              <a:ext uri="{FF2B5EF4-FFF2-40B4-BE49-F238E27FC236}">
                <a16:creationId xmlns:a16="http://schemas.microsoft.com/office/drawing/2014/main" id="{932D9C87-6C0E-20B3-DDFF-1CFD4E80095D}"/>
              </a:ext>
            </a:extLst>
          </p:cNvPr>
          <p:cNvSpPr>
            <a:spLocks noGrp="1" noRot="1" noChangeAspect="1"/>
          </p:cNvSpPr>
          <p:nvPr>
            <p:ph type="sldImg"/>
          </p:nvPr>
        </p:nvSpPr>
        <p:spPr/>
      </p:sp>
      <p:sp>
        <p:nvSpPr>
          <p:cNvPr id="3" name="Marcador de notas 2">
            <a:extLst>
              <a:ext uri="{FF2B5EF4-FFF2-40B4-BE49-F238E27FC236}">
                <a16:creationId xmlns:a16="http://schemas.microsoft.com/office/drawing/2014/main" id="{1A57A0E0-76E3-0DF0-EF8E-E7BDDB80E07D}"/>
              </a:ext>
            </a:extLst>
          </p:cNvPr>
          <p:cNvSpPr>
            <a:spLocks noGrp="1"/>
          </p:cNvSpPr>
          <p:nvPr>
            <p:ph type="body" idx="1"/>
          </p:nvPr>
        </p:nvSpPr>
        <p:spPr/>
        <p:txBody>
          <a:bodyPr/>
          <a:lstStyle/>
          <a:p>
            <a:endParaRPr lang="es-ES" dirty="0"/>
          </a:p>
        </p:txBody>
      </p:sp>
      <p:sp>
        <p:nvSpPr>
          <p:cNvPr id="4" name="Marcador de número de diapositiva 3">
            <a:extLst>
              <a:ext uri="{FF2B5EF4-FFF2-40B4-BE49-F238E27FC236}">
                <a16:creationId xmlns:a16="http://schemas.microsoft.com/office/drawing/2014/main" id="{0B55D4D8-0728-A59F-B061-4A11EAAAF285}"/>
              </a:ext>
            </a:extLst>
          </p:cNvPr>
          <p:cNvSpPr>
            <a:spLocks noGrp="1"/>
          </p:cNvSpPr>
          <p:nvPr>
            <p:ph type="sldNum" sz="quarter" idx="5"/>
          </p:nvPr>
        </p:nvSpPr>
        <p:spPr/>
        <p:txBody>
          <a:bodyPr/>
          <a:lstStyle/>
          <a:p>
            <a:fld id="{676223B9-C868-4436-87D9-1A3152E1157A}" type="slidenum">
              <a:rPr lang="es-ES" smtClean="0"/>
              <a:t>18</a:t>
            </a:fld>
            <a:endParaRPr lang="es-ES"/>
          </a:p>
        </p:txBody>
      </p:sp>
    </p:spTree>
    <p:extLst>
      <p:ext uri="{BB962C8B-B14F-4D97-AF65-F5344CB8AC3E}">
        <p14:creationId xmlns:p14="http://schemas.microsoft.com/office/powerpoint/2010/main" val="2519858488"/>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6C69384-486D-D519-D18E-58E7DF4DB265}"/>
            </a:ext>
          </a:extLst>
        </p:cNvPr>
        <p:cNvGrpSpPr/>
        <p:nvPr/>
      </p:nvGrpSpPr>
      <p:grpSpPr>
        <a:xfrm>
          <a:off x="0" y="0"/>
          <a:ext cx="0" cy="0"/>
          <a:chOff x="0" y="0"/>
          <a:chExt cx="0" cy="0"/>
        </a:xfrm>
      </p:grpSpPr>
      <p:sp>
        <p:nvSpPr>
          <p:cNvPr id="2" name="Marcador de imagen de diapositiva 1">
            <a:extLst>
              <a:ext uri="{FF2B5EF4-FFF2-40B4-BE49-F238E27FC236}">
                <a16:creationId xmlns:a16="http://schemas.microsoft.com/office/drawing/2014/main" id="{867B2949-D8FE-FEB9-2B0F-633BD7497289}"/>
              </a:ext>
            </a:extLst>
          </p:cNvPr>
          <p:cNvSpPr>
            <a:spLocks noGrp="1" noRot="1" noChangeAspect="1"/>
          </p:cNvSpPr>
          <p:nvPr>
            <p:ph type="sldImg"/>
          </p:nvPr>
        </p:nvSpPr>
        <p:spPr/>
      </p:sp>
      <p:sp>
        <p:nvSpPr>
          <p:cNvPr id="3" name="Marcador de notas 2">
            <a:extLst>
              <a:ext uri="{FF2B5EF4-FFF2-40B4-BE49-F238E27FC236}">
                <a16:creationId xmlns:a16="http://schemas.microsoft.com/office/drawing/2014/main" id="{19C50266-B744-DFA3-2C21-806C9D3DAFE4}"/>
              </a:ext>
            </a:extLst>
          </p:cNvPr>
          <p:cNvSpPr>
            <a:spLocks noGrp="1"/>
          </p:cNvSpPr>
          <p:nvPr>
            <p:ph type="body" idx="1"/>
          </p:nvPr>
        </p:nvSpPr>
        <p:spPr/>
        <p:txBody>
          <a:bodyPr/>
          <a:lstStyle/>
          <a:p>
            <a:endParaRPr lang="es-ES" dirty="0"/>
          </a:p>
        </p:txBody>
      </p:sp>
      <p:sp>
        <p:nvSpPr>
          <p:cNvPr id="4" name="Marcador de número de diapositiva 3">
            <a:extLst>
              <a:ext uri="{FF2B5EF4-FFF2-40B4-BE49-F238E27FC236}">
                <a16:creationId xmlns:a16="http://schemas.microsoft.com/office/drawing/2014/main" id="{B3681604-6B49-EE58-9B79-4653F6AC9EBD}"/>
              </a:ext>
            </a:extLst>
          </p:cNvPr>
          <p:cNvSpPr>
            <a:spLocks noGrp="1"/>
          </p:cNvSpPr>
          <p:nvPr>
            <p:ph type="sldNum" sz="quarter" idx="5"/>
          </p:nvPr>
        </p:nvSpPr>
        <p:spPr/>
        <p:txBody>
          <a:bodyPr/>
          <a:lstStyle/>
          <a:p>
            <a:fld id="{676223B9-C868-4436-87D9-1A3152E1157A}" type="slidenum">
              <a:rPr lang="es-ES" smtClean="0"/>
              <a:t>19</a:t>
            </a:fld>
            <a:endParaRPr lang="es-ES"/>
          </a:p>
        </p:txBody>
      </p:sp>
    </p:spTree>
    <p:extLst>
      <p:ext uri="{BB962C8B-B14F-4D97-AF65-F5344CB8AC3E}">
        <p14:creationId xmlns:p14="http://schemas.microsoft.com/office/powerpoint/2010/main" val="1902475253"/>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6A4CCB3-0FEE-ED0B-F7B6-7148F8903DF8}"/>
            </a:ext>
          </a:extLst>
        </p:cNvPr>
        <p:cNvGrpSpPr/>
        <p:nvPr/>
      </p:nvGrpSpPr>
      <p:grpSpPr>
        <a:xfrm>
          <a:off x="0" y="0"/>
          <a:ext cx="0" cy="0"/>
          <a:chOff x="0" y="0"/>
          <a:chExt cx="0" cy="0"/>
        </a:xfrm>
      </p:grpSpPr>
      <p:sp>
        <p:nvSpPr>
          <p:cNvPr id="2" name="Marcador de imagen de diapositiva 1">
            <a:extLst>
              <a:ext uri="{FF2B5EF4-FFF2-40B4-BE49-F238E27FC236}">
                <a16:creationId xmlns:a16="http://schemas.microsoft.com/office/drawing/2014/main" id="{5922F4FF-B117-BD7E-1CB9-AE45E33B58CC}"/>
              </a:ext>
            </a:extLst>
          </p:cNvPr>
          <p:cNvSpPr>
            <a:spLocks noGrp="1" noRot="1" noChangeAspect="1"/>
          </p:cNvSpPr>
          <p:nvPr>
            <p:ph type="sldImg"/>
          </p:nvPr>
        </p:nvSpPr>
        <p:spPr/>
      </p:sp>
      <p:sp>
        <p:nvSpPr>
          <p:cNvPr id="3" name="Marcador de notas 2">
            <a:extLst>
              <a:ext uri="{FF2B5EF4-FFF2-40B4-BE49-F238E27FC236}">
                <a16:creationId xmlns:a16="http://schemas.microsoft.com/office/drawing/2014/main" id="{983FCAEF-5514-E5E6-3A4B-C93BAD86E226}"/>
              </a:ext>
            </a:extLst>
          </p:cNvPr>
          <p:cNvSpPr>
            <a:spLocks noGrp="1"/>
          </p:cNvSpPr>
          <p:nvPr>
            <p:ph type="body" idx="1"/>
          </p:nvPr>
        </p:nvSpPr>
        <p:spPr/>
        <p:txBody>
          <a:bodyPr/>
          <a:lstStyle/>
          <a:p>
            <a:endParaRPr lang="es-ES" dirty="0"/>
          </a:p>
        </p:txBody>
      </p:sp>
      <p:sp>
        <p:nvSpPr>
          <p:cNvPr id="4" name="Marcador de número de diapositiva 3">
            <a:extLst>
              <a:ext uri="{FF2B5EF4-FFF2-40B4-BE49-F238E27FC236}">
                <a16:creationId xmlns:a16="http://schemas.microsoft.com/office/drawing/2014/main" id="{7342BC7F-8379-C9DD-96B7-4EB2E0D3F3A2}"/>
              </a:ext>
            </a:extLst>
          </p:cNvPr>
          <p:cNvSpPr>
            <a:spLocks noGrp="1"/>
          </p:cNvSpPr>
          <p:nvPr>
            <p:ph type="sldNum" sz="quarter" idx="5"/>
          </p:nvPr>
        </p:nvSpPr>
        <p:spPr/>
        <p:txBody>
          <a:bodyPr/>
          <a:lstStyle/>
          <a:p>
            <a:fld id="{676223B9-C868-4436-87D9-1A3152E1157A}" type="slidenum">
              <a:rPr lang="es-ES" smtClean="0"/>
              <a:t>20</a:t>
            </a:fld>
            <a:endParaRPr lang="es-ES"/>
          </a:p>
        </p:txBody>
      </p:sp>
    </p:spTree>
    <p:extLst>
      <p:ext uri="{BB962C8B-B14F-4D97-AF65-F5344CB8AC3E}">
        <p14:creationId xmlns:p14="http://schemas.microsoft.com/office/powerpoint/2010/main" val="304356390"/>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9B56767-2D56-3D6A-0052-AE63EF537540}"/>
            </a:ext>
          </a:extLst>
        </p:cNvPr>
        <p:cNvGrpSpPr/>
        <p:nvPr/>
      </p:nvGrpSpPr>
      <p:grpSpPr>
        <a:xfrm>
          <a:off x="0" y="0"/>
          <a:ext cx="0" cy="0"/>
          <a:chOff x="0" y="0"/>
          <a:chExt cx="0" cy="0"/>
        </a:xfrm>
      </p:grpSpPr>
      <p:sp>
        <p:nvSpPr>
          <p:cNvPr id="2" name="Marcador de imagen de diapositiva 1">
            <a:extLst>
              <a:ext uri="{FF2B5EF4-FFF2-40B4-BE49-F238E27FC236}">
                <a16:creationId xmlns:a16="http://schemas.microsoft.com/office/drawing/2014/main" id="{E46D4521-FE10-EA33-74AF-F0DF13FE6A83}"/>
              </a:ext>
            </a:extLst>
          </p:cNvPr>
          <p:cNvSpPr>
            <a:spLocks noGrp="1" noRot="1" noChangeAspect="1"/>
          </p:cNvSpPr>
          <p:nvPr>
            <p:ph type="sldImg"/>
          </p:nvPr>
        </p:nvSpPr>
        <p:spPr/>
      </p:sp>
      <p:sp>
        <p:nvSpPr>
          <p:cNvPr id="3" name="Marcador de notas 2">
            <a:extLst>
              <a:ext uri="{FF2B5EF4-FFF2-40B4-BE49-F238E27FC236}">
                <a16:creationId xmlns:a16="http://schemas.microsoft.com/office/drawing/2014/main" id="{F17E26D7-A163-1988-C674-AF59C502938E}"/>
              </a:ext>
            </a:extLst>
          </p:cNvPr>
          <p:cNvSpPr>
            <a:spLocks noGrp="1"/>
          </p:cNvSpPr>
          <p:nvPr>
            <p:ph type="body" idx="1"/>
          </p:nvPr>
        </p:nvSpPr>
        <p:spPr/>
        <p:txBody>
          <a:bodyPr/>
          <a:lstStyle/>
          <a:p>
            <a:endParaRPr lang="es-ES" dirty="0"/>
          </a:p>
        </p:txBody>
      </p:sp>
      <p:sp>
        <p:nvSpPr>
          <p:cNvPr id="4" name="Marcador de número de diapositiva 3">
            <a:extLst>
              <a:ext uri="{FF2B5EF4-FFF2-40B4-BE49-F238E27FC236}">
                <a16:creationId xmlns:a16="http://schemas.microsoft.com/office/drawing/2014/main" id="{A7DADCE5-1C68-1CD3-6694-9CCB86E7FE48}"/>
              </a:ext>
            </a:extLst>
          </p:cNvPr>
          <p:cNvSpPr>
            <a:spLocks noGrp="1"/>
          </p:cNvSpPr>
          <p:nvPr>
            <p:ph type="sldNum" sz="quarter" idx="5"/>
          </p:nvPr>
        </p:nvSpPr>
        <p:spPr/>
        <p:txBody>
          <a:bodyPr/>
          <a:lstStyle/>
          <a:p>
            <a:fld id="{676223B9-C868-4436-87D9-1A3152E1157A}" type="slidenum">
              <a:rPr lang="es-ES" smtClean="0"/>
              <a:t>21</a:t>
            </a:fld>
            <a:endParaRPr lang="es-ES"/>
          </a:p>
        </p:txBody>
      </p:sp>
    </p:spTree>
    <p:extLst>
      <p:ext uri="{BB962C8B-B14F-4D97-AF65-F5344CB8AC3E}">
        <p14:creationId xmlns:p14="http://schemas.microsoft.com/office/powerpoint/2010/main" val="3657732808"/>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7130DFE-BE21-7525-9BB8-FC2CCA95DDF4}"/>
            </a:ext>
          </a:extLst>
        </p:cNvPr>
        <p:cNvGrpSpPr/>
        <p:nvPr/>
      </p:nvGrpSpPr>
      <p:grpSpPr>
        <a:xfrm>
          <a:off x="0" y="0"/>
          <a:ext cx="0" cy="0"/>
          <a:chOff x="0" y="0"/>
          <a:chExt cx="0" cy="0"/>
        </a:xfrm>
      </p:grpSpPr>
      <p:sp>
        <p:nvSpPr>
          <p:cNvPr id="2" name="Marcador de imagen de diapositiva 1">
            <a:extLst>
              <a:ext uri="{FF2B5EF4-FFF2-40B4-BE49-F238E27FC236}">
                <a16:creationId xmlns:a16="http://schemas.microsoft.com/office/drawing/2014/main" id="{F654630D-459C-BC3C-4763-9114E4640B53}"/>
              </a:ext>
            </a:extLst>
          </p:cNvPr>
          <p:cNvSpPr>
            <a:spLocks noGrp="1" noRot="1" noChangeAspect="1"/>
          </p:cNvSpPr>
          <p:nvPr>
            <p:ph type="sldImg"/>
          </p:nvPr>
        </p:nvSpPr>
        <p:spPr/>
      </p:sp>
      <p:sp>
        <p:nvSpPr>
          <p:cNvPr id="3" name="Marcador de notas 2">
            <a:extLst>
              <a:ext uri="{FF2B5EF4-FFF2-40B4-BE49-F238E27FC236}">
                <a16:creationId xmlns:a16="http://schemas.microsoft.com/office/drawing/2014/main" id="{38C74A20-CDDC-9718-BBCE-A67FC77A3D2F}"/>
              </a:ext>
            </a:extLst>
          </p:cNvPr>
          <p:cNvSpPr>
            <a:spLocks noGrp="1"/>
          </p:cNvSpPr>
          <p:nvPr>
            <p:ph type="body" idx="1"/>
          </p:nvPr>
        </p:nvSpPr>
        <p:spPr/>
        <p:txBody>
          <a:bodyPr/>
          <a:lstStyle/>
          <a:p>
            <a:endParaRPr lang="es-ES" dirty="0"/>
          </a:p>
        </p:txBody>
      </p:sp>
      <p:sp>
        <p:nvSpPr>
          <p:cNvPr id="4" name="Marcador de número de diapositiva 3">
            <a:extLst>
              <a:ext uri="{FF2B5EF4-FFF2-40B4-BE49-F238E27FC236}">
                <a16:creationId xmlns:a16="http://schemas.microsoft.com/office/drawing/2014/main" id="{CDDEFB67-FE4E-66B7-3666-3538ED5D472A}"/>
              </a:ext>
            </a:extLst>
          </p:cNvPr>
          <p:cNvSpPr>
            <a:spLocks noGrp="1"/>
          </p:cNvSpPr>
          <p:nvPr>
            <p:ph type="sldNum" sz="quarter" idx="5"/>
          </p:nvPr>
        </p:nvSpPr>
        <p:spPr/>
        <p:txBody>
          <a:bodyPr/>
          <a:lstStyle/>
          <a:p>
            <a:fld id="{676223B9-C868-4436-87D9-1A3152E1157A}" type="slidenum">
              <a:rPr lang="es-ES" smtClean="0"/>
              <a:t>22</a:t>
            </a:fld>
            <a:endParaRPr lang="es-ES"/>
          </a:p>
        </p:txBody>
      </p:sp>
    </p:spTree>
    <p:extLst>
      <p:ext uri="{BB962C8B-B14F-4D97-AF65-F5344CB8AC3E}">
        <p14:creationId xmlns:p14="http://schemas.microsoft.com/office/powerpoint/2010/main" val="1268086488"/>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FC0D588-85F1-DC1B-0FB2-957E4F585D72}"/>
            </a:ext>
          </a:extLst>
        </p:cNvPr>
        <p:cNvGrpSpPr/>
        <p:nvPr/>
      </p:nvGrpSpPr>
      <p:grpSpPr>
        <a:xfrm>
          <a:off x="0" y="0"/>
          <a:ext cx="0" cy="0"/>
          <a:chOff x="0" y="0"/>
          <a:chExt cx="0" cy="0"/>
        </a:xfrm>
      </p:grpSpPr>
      <p:sp>
        <p:nvSpPr>
          <p:cNvPr id="2" name="Marcador de imagen de diapositiva 1">
            <a:extLst>
              <a:ext uri="{FF2B5EF4-FFF2-40B4-BE49-F238E27FC236}">
                <a16:creationId xmlns:a16="http://schemas.microsoft.com/office/drawing/2014/main" id="{4983C5B0-8DA1-6D25-CB0B-9852DAEA657E}"/>
              </a:ext>
            </a:extLst>
          </p:cNvPr>
          <p:cNvSpPr>
            <a:spLocks noGrp="1" noRot="1" noChangeAspect="1"/>
          </p:cNvSpPr>
          <p:nvPr>
            <p:ph type="sldImg"/>
          </p:nvPr>
        </p:nvSpPr>
        <p:spPr/>
      </p:sp>
      <p:sp>
        <p:nvSpPr>
          <p:cNvPr id="3" name="Marcador de notas 2">
            <a:extLst>
              <a:ext uri="{FF2B5EF4-FFF2-40B4-BE49-F238E27FC236}">
                <a16:creationId xmlns:a16="http://schemas.microsoft.com/office/drawing/2014/main" id="{0CC320AE-D840-6D8D-0BD3-6D70BC277DC1}"/>
              </a:ext>
            </a:extLst>
          </p:cNvPr>
          <p:cNvSpPr>
            <a:spLocks noGrp="1"/>
          </p:cNvSpPr>
          <p:nvPr>
            <p:ph type="body" idx="1"/>
          </p:nvPr>
        </p:nvSpPr>
        <p:spPr/>
        <p:txBody>
          <a:bodyPr/>
          <a:lstStyle/>
          <a:p>
            <a:endParaRPr lang="es-ES" dirty="0"/>
          </a:p>
        </p:txBody>
      </p:sp>
      <p:sp>
        <p:nvSpPr>
          <p:cNvPr id="4" name="Marcador de número de diapositiva 3">
            <a:extLst>
              <a:ext uri="{FF2B5EF4-FFF2-40B4-BE49-F238E27FC236}">
                <a16:creationId xmlns:a16="http://schemas.microsoft.com/office/drawing/2014/main" id="{CE5E0D79-E525-756C-9F56-A4B0BDB0386D}"/>
              </a:ext>
            </a:extLst>
          </p:cNvPr>
          <p:cNvSpPr>
            <a:spLocks noGrp="1"/>
          </p:cNvSpPr>
          <p:nvPr>
            <p:ph type="sldNum" sz="quarter" idx="5"/>
          </p:nvPr>
        </p:nvSpPr>
        <p:spPr/>
        <p:txBody>
          <a:bodyPr/>
          <a:lstStyle/>
          <a:p>
            <a:fld id="{676223B9-C868-4436-87D9-1A3152E1157A}" type="slidenum">
              <a:rPr lang="es-ES" smtClean="0"/>
              <a:t>23</a:t>
            </a:fld>
            <a:endParaRPr lang="es-ES"/>
          </a:p>
        </p:txBody>
      </p:sp>
    </p:spTree>
    <p:extLst>
      <p:ext uri="{BB962C8B-B14F-4D97-AF65-F5344CB8AC3E}">
        <p14:creationId xmlns:p14="http://schemas.microsoft.com/office/powerpoint/2010/main" val="2543129129"/>
      </p:ext>
    </p:extLst>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075906E-ADC9-F594-B17E-D10C486D4E1A}"/>
            </a:ext>
          </a:extLst>
        </p:cNvPr>
        <p:cNvGrpSpPr/>
        <p:nvPr/>
      </p:nvGrpSpPr>
      <p:grpSpPr>
        <a:xfrm>
          <a:off x="0" y="0"/>
          <a:ext cx="0" cy="0"/>
          <a:chOff x="0" y="0"/>
          <a:chExt cx="0" cy="0"/>
        </a:xfrm>
      </p:grpSpPr>
      <p:sp>
        <p:nvSpPr>
          <p:cNvPr id="2" name="Marcador de imagen de diapositiva 1">
            <a:extLst>
              <a:ext uri="{FF2B5EF4-FFF2-40B4-BE49-F238E27FC236}">
                <a16:creationId xmlns:a16="http://schemas.microsoft.com/office/drawing/2014/main" id="{AB90A077-3947-304A-25A7-FADA9BD5F619}"/>
              </a:ext>
            </a:extLst>
          </p:cNvPr>
          <p:cNvSpPr>
            <a:spLocks noGrp="1" noRot="1" noChangeAspect="1"/>
          </p:cNvSpPr>
          <p:nvPr>
            <p:ph type="sldImg"/>
          </p:nvPr>
        </p:nvSpPr>
        <p:spPr/>
      </p:sp>
      <p:sp>
        <p:nvSpPr>
          <p:cNvPr id="3" name="Marcador de notas 2">
            <a:extLst>
              <a:ext uri="{FF2B5EF4-FFF2-40B4-BE49-F238E27FC236}">
                <a16:creationId xmlns:a16="http://schemas.microsoft.com/office/drawing/2014/main" id="{0EE71F3A-1080-A7DB-CBF5-25042F63CD97}"/>
              </a:ext>
            </a:extLst>
          </p:cNvPr>
          <p:cNvSpPr>
            <a:spLocks noGrp="1"/>
          </p:cNvSpPr>
          <p:nvPr>
            <p:ph type="body" idx="1"/>
          </p:nvPr>
        </p:nvSpPr>
        <p:spPr/>
        <p:txBody>
          <a:bodyPr/>
          <a:lstStyle/>
          <a:p>
            <a:endParaRPr lang="es-ES" dirty="0"/>
          </a:p>
        </p:txBody>
      </p:sp>
      <p:sp>
        <p:nvSpPr>
          <p:cNvPr id="4" name="Marcador de número de diapositiva 3">
            <a:extLst>
              <a:ext uri="{FF2B5EF4-FFF2-40B4-BE49-F238E27FC236}">
                <a16:creationId xmlns:a16="http://schemas.microsoft.com/office/drawing/2014/main" id="{5F2B0E85-E3D3-274E-DF46-8846437F4D10}"/>
              </a:ext>
            </a:extLst>
          </p:cNvPr>
          <p:cNvSpPr>
            <a:spLocks noGrp="1"/>
          </p:cNvSpPr>
          <p:nvPr>
            <p:ph type="sldNum" sz="quarter" idx="5"/>
          </p:nvPr>
        </p:nvSpPr>
        <p:spPr/>
        <p:txBody>
          <a:bodyPr/>
          <a:lstStyle/>
          <a:p>
            <a:fld id="{676223B9-C868-4436-87D9-1A3152E1157A}" type="slidenum">
              <a:rPr lang="es-ES" smtClean="0"/>
              <a:t>24</a:t>
            </a:fld>
            <a:endParaRPr lang="es-ES"/>
          </a:p>
        </p:txBody>
      </p:sp>
    </p:spTree>
    <p:extLst>
      <p:ext uri="{BB962C8B-B14F-4D97-AF65-F5344CB8AC3E}">
        <p14:creationId xmlns:p14="http://schemas.microsoft.com/office/powerpoint/2010/main" val="1089038828"/>
      </p:ext>
    </p:extLst>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B6F18D5-19DF-E9D2-4249-C232829F8C0C}"/>
            </a:ext>
          </a:extLst>
        </p:cNvPr>
        <p:cNvGrpSpPr/>
        <p:nvPr/>
      </p:nvGrpSpPr>
      <p:grpSpPr>
        <a:xfrm>
          <a:off x="0" y="0"/>
          <a:ext cx="0" cy="0"/>
          <a:chOff x="0" y="0"/>
          <a:chExt cx="0" cy="0"/>
        </a:xfrm>
      </p:grpSpPr>
      <p:sp>
        <p:nvSpPr>
          <p:cNvPr id="2" name="Marcador de imagen de diapositiva 1">
            <a:extLst>
              <a:ext uri="{FF2B5EF4-FFF2-40B4-BE49-F238E27FC236}">
                <a16:creationId xmlns:a16="http://schemas.microsoft.com/office/drawing/2014/main" id="{64F0F464-2178-1103-672F-B3060770128B}"/>
              </a:ext>
            </a:extLst>
          </p:cNvPr>
          <p:cNvSpPr>
            <a:spLocks noGrp="1" noRot="1" noChangeAspect="1"/>
          </p:cNvSpPr>
          <p:nvPr>
            <p:ph type="sldImg"/>
          </p:nvPr>
        </p:nvSpPr>
        <p:spPr/>
      </p:sp>
      <p:sp>
        <p:nvSpPr>
          <p:cNvPr id="3" name="Marcador de notas 2">
            <a:extLst>
              <a:ext uri="{FF2B5EF4-FFF2-40B4-BE49-F238E27FC236}">
                <a16:creationId xmlns:a16="http://schemas.microsoft.com/office/drawing/2014/main" id="{14662688-FE7A-633D-2B8F-F8A0494A39F6}"/>
              </a:ext>
            </a:extLst>
          </p:cNvPr>
          <p:cNvSpPr>
            <a:spLocks noGrp="1"/>
          </p:cNvSpPr>
          <p:nvPr>
            <p:ph type="body" idx="1"/>
          </p:nvPr>
        </p:nvSpPr>
        <p:spPr/>
        <p:txBody>
          <a:bodyPr/>
          <a:lstStyle/>
          <a:p>
            <a:endParaRPr lang="es-ES" dirty="0"/>
          </a:p>
        </p:txBody>
      </p:sp>
      <p:sp>
        <p:nvSpPr>
          <p:cNvPr id="4" name="Marcador de número de diapositiva 3">
            <a:extLst>
              <a:ext uri="{FF2B5EF4-FFF2-40B4-BE49-F238E27FC236}">
                <a16:creationId xmlns:a16="http://schemas.microsoft.com/office/drawing/2014/main" id="{1EB66FAD-DD07-0E23-B8C9-2D51366026EF}"/>
              </a:ext>
            </a:extLst>
          </p:cNvPr>
          <p:cNvSpPr>
            <a:spLocks noGrp="1"/>
          </p:cNvSpPr>
          <p:nvPr>
            <p:ph type="sldNum" sz="quarter" idx="5"/>
          </p:nvPr>
        </p:nvSpPr>
        <p:spPr/>
        <p:txBody>
          <a:bodyPr/>
          <a:lstStyle/>
          <a:p>
            <a:fld id="{676223B9-C868-4436-87D9-1A3152E1157A}" type="slidenum">
              <a:rPr lang="es-ES" smtClean="0"/>
              <a:t>25</a:t>
            </a:fld>
            <a:endParaRPr lang="es-ES"/>
          </a:p>
        </p:txBody>
      </p:sp>
    </p:spTree>
    <p:extLst>
      <p:ext uri="{BB962C8B-B14F-4D97-AF65-F5344CB8AC3E}">
        <p14:creationId xmlns:p14="http://schemas.microsoft.com/office/powerpoint/2010/main" val="156488475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3" Type="http://schemas.openxmlformats.org/officeDocument/2006/relationships/image" Target="../media/image3.svg"/><Relationship Id="rId2" Type="http://schemas.openxmlformats.org/officeDocument/2006/relationships/image" Target="../media/image2.png"/><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3" Type="http://schemas.openxmlformats.org/officeDocument/2006/relationships/image" Target="../media/image3.svg"/><Relationship Id="rId2" Type="http://schemas.openxmlformats.org/officeDocument/2006/relationships/image" Target="../media/image4.png"/><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obj" preserve="1">
  <p:cSld name="Title Slide">
    <p:spTree>
      <p:nvGrpSpPr>
        <p:cNvPr id="1" name=""/>
        <p:cNvGrpSpPr/>
        <p:nvPr/>
      </p:nvGrpSpPr>
      <p:grpSpPr>
        <a:xfrm>
          <a:off x="0" y="0"/>
          <a:ext cx="0" cy="0"/>
          <a:chOff x="0" y="0"/>
          <a:chExt cx="0" cy="0"/>
        </a:xfrm>
      </p:grpSpPr>
      <p:sp>
        <p:nvSpPr>
          <p:cNvPr id="2" name="Holder 2"/>
          <p:cNvSpPr>
            <a:spLocks noGrp="1"/>
          </p:cNvSpPr>
          <p:nvPr>
            <p:ph type="ctrTitle"/>
          </p:nvPr>
        </p:nvSpPr>
        <p:spPr>
          <a:xfrm>
            <a:off x="914400" y="2125980"/>
            <a:ext cx="10363200" cy="1440180"/>
          </a:xfrm>
          <a:prstGeom prst="rect">
            <a:avLst/>
          </a:prstGeom>
        </p:spPr>
        <p:txBody>
          <a:bodyPr wrap="square" lIns="0" tIns="0" rIns="0" bIns="0">
            <a:spAutoFit/>
          </a:bodyPr>
          <a:lstStyle>
            <a:lvl1pPr>
              <a:defRPr/>
            </a:lvl1pPr>
          </a:lstStyle>
          <a:p>
            <a:endParaRPr/>
          </a:p>
        </p:txBody>
      </p:sp>
      <p:sp>
        <p:nvSpPr>
          <p:cNvPr id="3" name="Holder 3"/>
          <p:cNvSpPr>
            <a:spLocks noGrp="1"/>
          </p:cNvSpPr>
          <p:nvPr>
            <p:ph type="subTitle" idx="4"/>
          </p:nvPr>
        </p:nvSpPr>
        <p:spPr>
          <a:xfrm>
            <a:off x="1828800" y="3840480"/>
            <a:ext cx="8534400" cy="1714500"/>
          </a:xfrm>
          <a:prstGeom prst="rect">
            <a:avLst/>
          </a:prstGeom>
        </p:spPr>
        <p:txBody>
          <a:bodyPr wrap="square" lIns="0" tIns="0" rIns="0" bIns="0">
            <a:spAutoFit/>
          </a:bodyPr>
          <a:lstStyle>
            <a:lvl1pPr>
              <a:defRPr/>
            </a:lvl1pPr>
          </a:lstStyle>
          <a:p>
            <a:endParaRPr/>
          </a:p>
        </p:txBody>
      </p:sp>
      <p:sp>
        <p:nvSpPr>
          <p:cNvPr id="4" name="Holder 4"/>
          <p:cNvSpPr>
            <a:spLocks noGrp="1"/>
          </p:cNvSpPr>
          <p:nvPr>
            <p:ph type="ftr" sz="quarter" idx="5"/>
          </p:nvPr>
        </p:nvSpPr>
        <p:spPr/>
        <p:txBody>
          <a:bodyPr lIns="0" tIns="0" rIns="0" bIns="0"/>
          <a:lstStyle>
            <a:lvl1pPr>
              <a:defRPr sz="900" b="0" i="0">
                <a:solidFill>
                  <a:srgbClr val="585858"/>
                </a:solidFill>
                <a:latin typeface="Arial"/>
                <a:cs typeface="Arial"/>
              </a:defRPr>
            </a:lvl1pPr>
          </a:lstStyle>
          <a:p>
            <a:pPr marL="12700">
              <a:lnSpc>
                <a:spcPct val="100000"/>
              </a:lnSpc>
              <a:spcBef>
                <a:spcPts val="15"/>
              </a:spcBef>
            </a:pPr>
            <a:r>
              <a:rPr lang="es-ES" spc="-5"/>
              <a:t>LAB 4.0. LAYOUT</a:t>
            </a:r>
            <a:endParaRPr spc="-5" dirty="0"/>
          </a:p>
        </p:txBody>
      </p:sp>
      <p:sp>
        <p:nvSpPr>
          <p:cNvPr id="5" name="Holder 5"/>
          <p:cNvSpPr>
            <a:spLocks noGrp="1"/>
          </p:cNvSpPr>
          <p:nvPr>
            <p:ph type="dt" sz="half" idx="6"/>
          </p:nvPr>
        </p:nvSpPr>
        <p:spPr/>
        <p:txBody>
          <a:bodyPr lIns="0" tIns="0" rIns="0" bIns="0"/>
          <a:lstStyle>
            <a:lvl1pPr algn="l">
              <a:defRPr>
                <a:solidFill>
                  <a:schemeClr val="tx1">
                    <a:tint val="75000"/>
                  </a:schemeClr>
                </a:solidFill>
              </a:defRPr>
            </a:lvl1pPr>
          </a:lstStyle>
          <a:p>
            <a:endParaRPr lang="en-US"/>
          </a:p>
        </p:txBody>
      </p:sp>
      <p:sp>
        <p:nvSpPr>
          <p:cNvPr id="6" name="Holder 6"/>
          <p:cNvSpPr>
            <a:spLocks noGrp="1"/>
          </p:cNvSpPr>
          <p:nvPr>
            <p:ph type="sldNum" sz="quarter" idx="7"/>
          </p:nvPr>
        </p:nvSpPr>
        <p:spPr/>
        <p:txBody>
          <a:bodyPr lIns="0" tIns="0" rIns="0" bIns="0"/>
          <a:lstStyle>
            <a:lvl1pPr algn="r">
              <a:defRPr>
                <a:solidFill>
                  <a:schemeClr val="tx1">
                    <a:tint val="75000"/>
                  </a:schemeClr>
                </a:solidFill>
              </a:defRPr>
            </a:lvl1pPr>
          </a:lstStyle>
          <a:p>
            <a:fld id="{B6F15528-21DE-4FAA-801E-634DDDAF4B2B}" type="slidenum">
              <a:t>‹Nº›</a:t>
            </a:fld>
            <a:endParaRPr/>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Holder 2"/>
          <p:cNvSpPr>
            <a:spLocks noGrp="1"/>
          </p:cNvSpPr>
          <p:nvPr>
            <p:ph type="title"/>
          </p:nvPr>
        </p:nvSpPr>
        <p:spPr>
          <a:xfrm>
            <a:off x="590550" y="206752"/>
            <a:ext cx="10991850" cy="307777"/>
          </a:xfrm>
        </p:spPr>
        <p:txBody>
          <a:bodyPr lIns="0" tIns="0" rIns="0" bIns="0"/>
          <a:lstStyle>
            <a:lvl1pPr>
              <a:defRPr sz="2000" b="1" i="0">
                <a:solidFill>
                  <a:schemeClr val="tx1"/>
                </a:solidFill>
                <a:latin typeface="Calibri"/>
                <a:cs typeface="Calibri"/>
              </a:defRPr>
            </a:lvl1pPr>
          </a:lstStyle>
          <a:p>
            <a:endParaRPr dirty="0"/>
          </a:p>
        </p:txBody>
      </p:sp>
      <p:sp>
        <p:nvSpPr>
          <p:cNvPr id="3" name="Holder 3"/>
          <p:cNvSpPr>
            <a:spLocks noGrp="1"/>
          </p:cNvSpPr>
          <p:nvPr>
            <p:ph type="body" idx="1"/>
          </p:nvPr>
        </p:nvSpPr>
        <p:spPr>
          <a:xfrm>
            <a:off x="609600" y="2152910"/>
            <a:ext cx="10972800" cy="3950710"/>
          </a:xfrm>
        </p:spPr>
        <p:txBody>
          <a:bodyPr lIns="0" tIns="0" rIns="0" bIns="0"/>
          <a:lstStyle>
            <a:lvl1pPr>
              <a:defRPr/>
            </a:lvl1pPr>
          </a:lstStyle>
          <a:p>
            <a:endParaRPr dirty="0"/>
          </a:p>
        </p:txBody>
      </p:sp>
      <p:sp>
        <p:nvSpPr>
          <p:cNvPr id="4" name="Holder 4"/>
          <p:cNvSpPr>
            <a:spLocks noGrp="1"/>
          </p:cNvSpPr>
          <p:nvPr>
            <p:ph type="ftr" sz="quarter" idx="5"/>
          </p:nvPr>
        </p:nvSpPr>
        <p:spPr>
          <a:xfrm>
            <a:off x="609600" y="6457057"/>
            <a:ext cx="2743200" cy="184666"/>
          </a:xfrm>
        </p:spPr>
        <p:txBody>
          <a:bodyPr lIns="0" tIns="0" rIns="0" bIns="0" anchor="ctr"/>
          <a:lstStyle>
            <a:lvl1pPr>
              <a:defRPr sz="1200" b="0" i="0">
                <a:solidFill>
                  <a:srgbClr val="585858"/>
                </a:solidFill>
                <a:latin typeface="Arial"/>
                <a:cs typeface="Arial"/>
              </a:defRPr>
            </a:lvl1pPr>
          </a:lstStyle>
          <a:p>
            <a:pPr marL="12700">
              <a:spcBef>
                <a:spcPts val="15"/>
              </a:spcBef>
            </a:pPr>
            <a:r>
              <a:rPr lang="es-ES" spc="-5"/>
              <a:t>LAB 4.0. LAYOUT</a:t>
            </a:r>
            <a:endParaRPr lang="es-ES" spc="-5" dirty="0"/>
          </a:p>
        </p:txBody>
      </p:sp>
      <p:sp>
        <p:nvSpPr>
          <p:cNvPr id="6" name="Holder 6"/>
          <p:cNvSpPr>
            <a:spLocks noGrp="1"/>
          </p:cNvSpPr>
          <p:nvPr>
            <p:ph type="sldNum" sz="quarter" idx="7"/>
          </p:nvPr>
        </p:nvSpPr>
        <p:spPr>
          <a:xfrm>
            <a:off x="9311640" y="6377940"/>
            <a:ext cx="2804160" cy="342900"/>
          </a:xfrm>
        </p:spPr>
        <p:txBody>
          <a:bodyPr lIns="0" tIns="0" rIns="0" bIns="0"/>
          <a:lstStyle>
            <a:lvl1pPr algn="r">
              <a:defRPr>
                <a:solidFill>
                  <a:schemeClr val="tx1">
                    <a:tint val="75000"/>
                  </a:schemeClr>
                </a:solidFill>
              </a:defRPr>
            </a:lvl1pPr>
          </a:lstStyle>
          <a:p>
            <a:fld id="{B6F15528-21DE-4FAA-801E-634DDDAF4B2B}" type="slidenum">
              <a:t>‹Nº›</a:t>
            </a:fld>
            <a:endParaRPr/>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obj" preserve="1">
  <p:cSld name="Two Content">
    <p:spTree>
      <p:nvGrpSpPr>
        <p:cNvPr id="1" name=""/>
        <p:cNvGrpSpPr/>
        <p:nvPr/>
      </p:nvGrpSpPr>
      <p:grpSpPr>
        <a:xfrm>
          <a:off x="0" y="0"/>
          <a:ext cx="0" cy="0"/>
          <a:chOff x="0" y="0"/>
          <a:chExt cx="0" cy="0"/>
        </a:xfrm>
      </p:grpSpPr>
      <p:sp>
        <p:nvSpPr>
          <p:cNvPr id="2" name="Holder 2"/>
          <p:cNvSpPr>
            <a:spLocks noGrp="1"/>
          </p:cNvSpPr>
          <p:nvPr>
            <p:ph type="title"/>
          </p:nvPr>
        </p:nvSpPr>
        <p:spPr/>
        <p:txBody>
          <a:bodyPr lIns="0" tIns="0" rIns="0" bIns="0"/>
          <a:lstStyle>
            <a:lvl1pPr>
              <a:defRPr sz="1600" b="0" i="0">
                <a:solidFill>
                  <a:schemeClr val="tx1"/>
                </a:solidFill>
                <a:latin typeface="Calibri"/>
                <a:cs typeface="Calibri"/>
              </a:defRPr>
            </a:lvl1pPr>
          </a:lstStyle>
          <a:p>
            <a:endParaRPr/>
          </a:p>
        </p:txBody>
      </p:sp>
      <p:sp>
        <p:nvSpPr>
          <p:cNvPr id="3" name="Holder 3"/>
          <p:cNvSpPr>
            <a:spLocks noGrp="1"/>
          </p:cNvSpPr>
          <p:nvPr>
            <p:ph sz="half" idx="2"/>
          </p:nvPr>
        </p:nvSpPr>
        <p:spPr>
          <a:xfrm>
            <a:off x="609600" y="1577340"/>
            <a:ext cx="5303520" cy="4526280"/>
          </a:xfrm>
          <a:prstGeom prst="rect">
            <a:avLst/>
          </a:prstGeom>
        </p:spPr>
        <p:txBody>
          <a:bodyPr wrap="square" lIns="0" tIns="0" rIns="0" bIns="0">
            <a:spAutoFit/>
          </a:bodyPr>
          <a:lstStyle>
            <a:lvl1pPr>
              <a:defRPr/>
            </a:lvl1pPr>
          </a:lstStyle>
          <a:p>
            <a:endParaRPr/>
          </a:p>
        </p:txBody>
      </p:sp>
      <p:sp>
        <p:nvSpPr>
          <p:cNvPr id="4" name="Holder 4"/>
          <p:cNvSpPr>
            <a:spLocks noGrp="1"/>
          </p:cNvSpPr>
          <p:nvPr>
            <p:ph sz="half" idx="3"/>
          </p:nvPr>
        </p:nvSpPr>
        <p:spPr>
          <a:xfrm>
            <a:off x="6278880" y="1577340"/>
            <a:ext cx="5303520" cy="4526280"/>
          </a:xfrm>
          <a:prstGeom prst="rect">
            <a:avLst/>
          </a:prstGeom>
        </p:spPr>
        <p:txBody>
          <a:bodyPr wrap="square" lIns="0" tIns="0" rIns="0" bIns="0">
            <a:spAutoFit/>
          </a:bodyPr>
          <a:lstStyle>
            <a:lvl1pPr>
              <a:defRPr/>
            </a:lvl1pPr>
          </a:lstStyle>
          <a:p>
            <a:endParaRPr/>
          </a:p>
        </p:txBody>
      </p:sp>
      <p:sp>
        <p:nvSpPr>
          <p:cNvPr id="5" name="Holder 5"/>
          <p:cNvSpPr>
            <a:spLocks noGrp="1"/>
          </p:cNvSpPr>
          <p:nvPr>
            <p:ph type="ftr" sz="quarter" idx="5"/>
          </p:nvPr>
        </p:nvSpPr>
        <p:spPr/>
        <p:txBody>
          <a:bodyPr lIns="0" tIns="0" rIns="0" bIns="0"/>
          <a:lstStyle>
            <a:lvl1pPr>
              <a:defRPr sz="900" b="0" i="0">
                <a:solidFill>
                  <a:srgbClr val="585858"/>
                </a:solidFill>
                <a:latin typeface="Arial"/>
                <a:cs typeface="Arial"/>
              </a:defRPr>
            </a:lvl1pPr>
          </a:lstStyle>
          <a:p>
            <a:pPr marL="12700">
              <a:lnSpc>
                <a:spcPct val="100000"/>
              </a:lnSpc>
              <a:spcBef>
                <a:spcPts val="15"/>
              </a:spcBef>
            </a:pPr>
            <a:r>
              <a:rPr lang="es-ES" spc="-5"/>
              <a:t>LAB 4.0. LAYOUT</a:t>
            </a:r>
            <a:endParaRPr spc="-5" dirty="0"/>
          </a:p>
        </p:txBody>
      </p:sp>
      <p:sp>
        <p:nvSpPr>
          <p:cNvPr id="6" name="Holder 6"/>
          <p:cNvSpPr>
            <a:spLocks noGrp="1"/>
          </p:cNvSpPr>
          <p:nvPr>
            <p:ph type="dt" sz="half" idx="6"/>
          </p:nvPr>
        </p:nvSpPr>
        <p:spPr/>
        <p:txBody>
          <a:bodyPr lIns="0" tIns="0" rIns="0" bIns="0"/>
          <a:lstStyle>
            <a:lvl1pPr algn="l">
              <a:defRPr>
                <a:solidFill>
                  <a:schemeClr val="tx1">
                    <a:tint val="75000"/>
                  </a:schemeClr>
                </a:solidFill>
              </a:defRPr>
            </a:lvl1pPr>
          </a:lstStyle>
          <a:p>
            <a:endParaRPr lang="en-US"/>
          </a:p>
        </p:txBody>
      </p:sp>
      <p:sp>
        <p:nvSpPr>
          <p:cNvPr id="7" name="Holder 7"/>
          <p:cNvSpPr>
            <a:spLocks noGrp="1"/>
          </p:cNvSpPr>
          <p:nvPr>
            <p:ph type="sldNum" sz="quarter" idx="7"/>
          </p:nvPr>
        </p:nvSpPr>
        <p:spPr/>
        <p:txBody>
          <a:bodyPr lIns="0" tIns="0" rIns="0" bIns="0"/>
          <a:lstStyle>
            <a:lvl1pPr algn="r">
              <a:defRPr>
                <a:solidFill>
                  <a:schemeClr val="tx1">
                    <a:tint val="75000"/>
                  </a:schemeClr>
                </a:solidFill>
              </a:defRPr>
            </a:lvl1pPr>
          </a:lstStyle>
          <a:p>
            <a:fld id="{B6F15528-21DE-4FAA-801E-634DDDAF4B2B}" type="slidenum">
              <a:t>‹Nº›</a:t>
            </a:fld>
            <a:endParaRPr/>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showMasterSp="0" type="obj" preserve="1">
  <p:cSld name="Title Only">
    <p:bg>
      <p:bgPr>
        <a:solidFill>
          <a:schemeClr val="bg1"/>
        </a:solidFill>
        <a:effectLst/>
      </p:bgPr>
    </p:bg>
    <p:spTree>
      <p:nvGrpSpPr>
        <p:cNvPr id="1" name=""/>
        <p:cNvGrpSpPr/>
        <p:nvPr/>
      </p:nvGrpSpPr>
      <p:grpSpPr>
        <a:xfrm>
          <a:off x="0" y="0"/>
          <a:ext cx="0" cy="0"/>
          <a:chOff x="0" y="0"/>
          <a:chExt cx="0" cy="0"/>
        </a:xfrm>
      </p:grpSpPr>
      <p:sp>
        <p:nvSpPr>
          <p:cNvPr id="16" name="bk object 16"/>
          <p:cNvSpPr/>
          <p:nvPr/>
        </p:nvSpPr>
        <p:spPr>
          <a:xfrm>
            <a:off x="0" y="2636520"/>
            <a:ext cx="3944620" cy="1584960"/>
          </a:xfrm>
          <a:custGeom>
            <a:avLst/>
            <a:gdLst/>
            <a:ahLst/>
            <a:cxnLst/>
            <a:rect l="l" t="t" r="r" b="b"/>
            <a:pathLst>
              <a:path w="3944620" h="1584960">
                <a:moveTo>
                  <a:pt x="0" y="1584959"/>
                </a:moveTo>
                <a:lnTo>
                  <a:pt x="3944112" y="1584959"/>
                </a:lnTo>
                <a:lnTo>
                  <a:pt x="3944112" y="0"/>
                </a:lnTo>
                <a:lnTo>
                  <a:pt x="0" y="0"/>
                </a:lnTo>
                <a:lnTo>
                  <a:pt x="0" y="1584959"/>
                </a:lnTo>
                <a:close/>
              </a:path>
            </a:pathLst>
          </a:custGeom>
          <a:solidFill>
            <a:srgbClr val="000000"/>
          </a:solidFill>
        </p:spPr>
        <p:txBody>
          <a:bodyPr wrap="square" lIns="0" tIns="0" rIns="0" bIns="0" rtlCol="0"/>
          <a:lstStyle/>
          <a:p>
            <a:endParaRPr/>
          </a:p>
        </p:txBody>
      </p:sp>
      <p:sp>
        <p:nvSpPr>
          <p:cNvPr id="17" name="bk object 17"/>
          <p:cNvSpPr/>
          <p:nvPr/>
        </p:nvSpPr>
        <p:spPr>
          <a:xfrm>
            <a:off x="771144" y="2951988"/>
            <a:ext cx="2403348" cy="954024"/>
          </a:xfrm>
          <a:prstGeom prst="rect">
            <a:avLst/>
          </a:prstGeom>
          <a:blipFill>
            <a:blip r:embed="rId2" cstate="print"/>
            <a:stretch>
              <a:fillRect/>
            </a:stretch>
          </a:blipFill>
        </p:spPr>
        <p:txBody>
          <a:bodyPr wrap="square" lIns="0" tIns="0" rIns="0" bIns="0" rtlCol="0"/>
          <a:lstStyle/>
          <a:p>
            <a:endParaRPr/>
          </a:p>
        </p:txBody>
      </p:sp>
      <p:sp>
        <p:nvSpPr>
          <p:cNvPr id="2" name="Holder 2"/>
          <p:cNvSpPr>
            <a:spLocks noGrp="1"/>
          </p:cNvSpPr>
          <p:nvPr>
            <p:ph type="title"/>
          </p:nvPr>
        </p:nvSpPr>
        <p:spPr/>
        <p:txBody>
          <a:bodyPr lIns="0" tIns="0" rIns="0" bIns="0"/>
          <a:lstStyle>
            <a:lvl1pPr>
              <a:defRPr sz="1600" b="0" i="0">
                <a:solidFill>
                  <a:schemeClr val="tx1"/>
                </a:solidFill>
                <a:latin typeface="Calibri"/>
                <a:cs typeface="Calibri"/>
              </a:defRPr>
            </a:lvl1pPr>
          </a:lstStyle>
          <a:p>
            <a:endParaRPr/>
          </a:p>
        </p:txBody>
      </p:sp>
      <p:sp>
        <p:nvSpPr>
          <p:cNvPr id="4" name="Holder 4"/>
          <p:cNvSpPr>
            <a:spLocks noGrp="1"/>
          </p:cNvSpPr>
          <p:nvPr>
            <p:ph type="dt" sz="half" idx="6"/>
          </p:nvPr>
        </p:nvSpPr>
        <p:spPr/>
        <p:txBody>
          <a:bodyPr lIns="0" tIns="0" rIns="0" bIns="0"/>
          <a:lstStyle>
            <a:lvl1pPr algn="l">
              <a:defRPr>
                <a:solidFill>
                  <a:schemeClr val="tx1">
                    <a:tint val="75000"/>
                  </a:schemeClr>
                </a:solidFill>
              </a:defRPr>
            </a:lvl1pPr>
          </a:lstStyle>
          <a:p>
            <a:endParaRPr lang="en-US"/>
          </a:p>
        </p:txBody>
      </p:sp>
      <p:sp>
        <p:nvSpPr>
          <p:cNvPr id="5" name="Holder 5"/>
          <p:cNvSpPr>
            <a:spLocks noGrp="1"/>
          </p:cNvSpPr>
          <p:nvPr>
            <p:ph type="sldNum" sz="quarter" idx="7"/>
          </p:nvPr>
        </p:nvSpPr>
        <p:spPr>
          <a:xfrm>
            <a:off x="9296400" y="6377940"/>
            <a:ext cx="2804160" cy="342900"/>
          </a:xfrm>
        </p:spPr>
        <p:txBody>
          <a:bodyPr lIns="0" tIns="0" rIns="0" bIns="0"/>
          <a:lstStyle>
            <a:lvl1pPr algn="r">
              <a:defRPr>
                <a:solidFill>
                  <a:schemeClr val="tx1">
                    <a:tint val="75000"/>
                  </a:schemeClr>
                </a:solidFill>
              </a:defRPr>
            </a:lvl1pPr>
          </a:lstStyle>
          <a:p>
            <a:fld id="{B6F15528-21DE-4FAA-801E-634DDDAF4B2B}" type="slidenum">
              <a:t>‹Nº›</a:t>
            </a:fld>
            <a:endParaRPr/>
          </a:p>
        </p:txBody>
      </p:sp>
      <p:pic>
        <p:nvPicPr>
          <p:cNvPr id="6" name="Gráfico 5">
            <a:extLst>
              <a:ext uri="{FF2B5EF4-FFF2-40B4-BE49-F238E27FC236}">
                <a16:creationId xmlns:a16="http://schemas.microsoft.com/office/drawing/2014/main" id="{F5CB4B75-CC85-5F87-B13B-97FD63FFBC56}"/>
              </a:ext>
            </a:extLst>
          </p:cNvPr>
          <p:cNvPicPr>
            <a:picLocks noChangeAspect="1"/>
          </p:cNvPicPr>
          <p:nvPr userDrawn="1"/>
        </p:nvPicPr>
        <p:blipFill>
          <a:blip>
            <a:extLst>
              <a:ext uri="{96DAC541-7B7A-43D3-8B79-37D633B846F1}">
                <asvg:svgBlip xmlns:asvg="http://schemas.microsoft.com/office/drawing/2016/SVG/main" r:embed="rId3"/>
              </a:ext>
            </a:extLst>
          </a:blip>
          <a:stretch>
            <a:fillRect/>
          </a:stretch>
        </p:blipFill>
        <p:spPr>
          <a:xfrm>
            <a:off x="2891213" y="6357666"/>
            <a:ext cx="6409575" cy="363174"/>
          </a:xfrm>
          <a:prstGeom prst="rect">
            <a:avLst/>
          </a:prstGeom>
        </p:spPr>
      </p:pic>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showMasterSp="0" type="obj" preserve="1">
  <p:cSld name="Blank">
    <p:bg>
      <p:bgPr>
        <a:solidFill>
          <a:schemeClr val="bg1"/>
        </a:solidFill>
        <a:effectLst/>
      </p:bgPr>
    </p:bg>
    <p:spTree>
      <p:nvGrpSpPr>
        <p:cNvPr id="1" name=""/>
        <p:cNvGrpSpPr/>
        <p:nvPr/>
      </p:nvGrpSpPr>
      <p:grpSpPr>
        <a:xfrm>
          <a:off x="0" y="0"/>
          <a:ext cx="0" cy="0"/>
          <a:chOff x="0" y="0"/>
          <a:chExt cx="0" cy="0"/>
        </a:xfrm>
      </p:grpSpPr>
      <p:sp>
        <p:nvSpPr>
          <p:cNvPr id="16" name="bk object 16"/>
          <p:cNvSpPr/>
          <p:nvPr/>
        </p:nvSpPr>
        <p:spPr>
          <a:xfrm>
            <a:off x="594327" y="4722313"/>
            <a:ext cx="1521016" cy="1253853"/>
          </a:xfrm>
          <a:prstGeom prst="rect">
            <a:avLst/>
          </a:prstGeom>
          <a:blipFill>
            <a:blip r:embed="rId2" cstate="print"/>
            <a:stretch>
              <a:fillRect/>
            </a:stretch>
          </a:blipFill>
        </p:spPr>
        <p:txBody>
          <a:bodyPr wrap="square" lIns="0" tIns="0" rIns="0" bIns="0" rtlCol="0"/>
          <a:lstStyle/>
          <a:p>
            <a:endParaRPr/>
          </a:p>
        </p:txBody>
      </p:sp>
      <p:sp>
        <p:nvSpPr>
          <p:cNvPr id="3" name="Holder 3"/>
          <p:cNvSpPr>
            <a:spLocks noGrp="1"/>
          </p:cNvSpPr>
          <p:nvPr>
            <p:ph type="dt" sz="half" idx="6"/>
          </p:nvPr>
        </p:nvSpPr>
        <p:spPr/>
        <p:txBody>
          <a:bodyPr lIns="0" tIns="0" rIns="0" bIns="0"/>
          <a:lstStyle>
            <a:lvl1pPr algn="l">
              <a:defRPr>
                <a:solidFill>
                  <a:schemeClr val="tx1">
                    <a:tint val="75000"/>
                  </a:schemeClr>
                </a:solidFill>
              </a:defRPr>
            </a:lvl1pPr>
          </a:lstStyle>
          <a:p>
            <a:endParaRPr lang="en-US"/>
          </a:p>
        </p:txBody>
      </p:sp>
      <p:sp>
        <p:nvSpPr>
          <p:cNvPr id="4" name="Holder 4"/>
          <p:cNvSpPr>
            <a:spLocks noGrp="1"/>
          </p:cNvSpPr>
          <p:nvPr>
            <p:ph type="sldNum" sz="quarter" idx="7"/>
          </p:nvPr>
        </p:nvSpPr>
        <p:spPr>
          <a:xfrm>
            <a:off x="9372600" y="6377940"/>
            <a:ext cx="2804160" cy="342900"/>
          </a:xfrm>
        </p:spPr>
        <p:txBody>
          <a:bodyPr lIns="0" tIns="0" rIns="0" bIns="0"/>
          <a:lstStyle>
            <a:lvl1pPr algn="r">
              <a:defRPr>
                <a:solidFill>
                  <a:schemeClr val="tx1">
                    <a:tint val="75000"/>
                  </a:schemeClr>
                </a:solidFill>
              </a:defRPr>
            </a:lvl1pPr>
          </a:lstStyle>
          <a:p>
            <a:fld id="{B6F15528-21DE-4FAA-801E-634DDDAF4B2B}" type="slidenum">
              <a:t>‹Nº›</a:t>
            </a:fld>
            <a:endParaRPr/>
          </a:p>
        </p:txBody>
      </p:sp>
      <p:pic>
        <p:nvPicPr>
          <p:cNvPr id="5" name="Gráfico 4">
            <a:extLst>
              <a:ext uri="{FF2B5EF4-FFF2-40B4-BE49-F238E27FC236}">
                <a16:creationId xmlns:a16="http://schemas.microsoft.com/office/drawing/2014/main" id="{9F3DE434-B07E-429D-5547-0D42DA9B05A1}"/>
              </a:ext>
            </a:extLst>
          </p:cNvPr>
          <p:cNvPicPr>
            <a:picLocks noChangeAspect="1"/>
          </p:cNvPicPr>
          <p:nvPr userDrawn="1"/>
        </p:nvPicPr>
        <p:blipFill>
          <a:blip>
            <a:extLst>
              <a:ext uri="{96DAC541-7B7A-43D3-8B79-37D633B846F1}">
                <asvg:svgBlip xmlns:asvg="http://schemas.microsoft.com/office/drawing/2016/SVG/main" r:embed="rId3"/>
              </a:ext>
            </a:extLst>
          </a:blip>
          <a:stretch>
            <a:fillRect/>
          </a:stretch>
        </p:blipFill>
        <p:spPr>
          <a:xfrm>
            <a:off x="5045006" y="6356057"/>
            <a:ext cx="6409575" cy="363174"/>
          </a:xfrm>
          <a:prstGeom prst="rect">
            <a:avLst/>
          </a:prstGeom>
        </p:spPr>
      </p:pic>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userDrawn="1">
  <p:cSld name="Texto simple">
    <p:spTree>
      <p:nvGrpSpPr>
        <p:cNvPr id="1" name=""/>
        <p:cNvGrpSpPr/>
        <p:nvPr/>
      </p:nvGrpSpPr>
      <p:grpSpPr>
        <a:xfrm>
          <a:off x="0" y="0"/>
          <a:ext cx="0" cy="0"/>
          <a:chOff x="0" y="0"/>
          <a:chExt cx="0" cy="0"/>
        </a:xfrm>
      </p:grpSpPr>
      <p:sp>
        <p:nvSpPr>
          <p:cNvPr id="6" name="Rectangle 47"/>
          <p:cNvSpPr/>
          <p:nvPr userDrawn="1"/>
        </p:nvSpPr>
        <p:spPr>
          <a:xfrm>
            <a:off x="608171" y="381001"/>
            <a:ext cx="45731" cy="683491"/>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800"/>
          </a:p>
        </p:txBody>
      </p:sp>
      <p:sp>
        <p:nvSpPr>
          <p:cNvPr id="9" name="Título 8"/>
          <p:cNvSpPr>
            <a:spLocks noGrp="1"/>
          </p:cNvSpPr>
          <p:nvPr>
            <p:ph type="title" hasCustomPrompt="1"/>
          </p:nvPr>
        </p:nvSpPr>
        <p:spPr>
          <a:xfrm>
            <a:off x="736652" y="381000"/>
            <a:ext cx="7778317" cy="313782"/>
          </a:xfrm>
        </p:spPr>
        <p:txBody>
          <a:bodyPr>
            <a:normAutofit/>
          </a:bodyPr>
          <a:lstStyle>
            <a:lvl1pPr algn="l">
              <a:defRPr sz="2800" b="1" i="0" baseline="0">
                <a:solidFill>
                  <a:schemeClr val="tx1">
                    <a:lumMod val="65000"/>
                    <a:lumOff val="35000"/>
                  </a:schemeClr>
                </a:solidFill>
                <a:latin typeface="Calibri" panose="020F0502020204030204" pitchFamily="34" charset="0"/>
                <a:ea typeface="Open Sans Extrabold" panose="020B0906030804020204" pitchFamily="34" charset="0"/>
                <a:cs typeface="Calibri" panose="020F0502020204030204" pitchFamily="34" charset="0"/>
              </a:defRPr>
            </a:lvl1pPr>
          </a:lstStyle>
          <a:p>
            <a:r>
              <a:rPr lang="es-ES" dirty="0"/>
              <a:t>TITULO</a:t>
            </a:r>
          </a:p>
        </p:txBody>
      </p:sp>
      <p:sp>
        <p:nvSpPr>
          <p:cNvPr id="13" name="Marcador de texto 12"/>
          <p:cNvSpPr>
            <a:spLocks noGrp="1"/>
          </p:cNvSpPr>
          <p:nvPr>
            <p:ph type="body" sz="quarter" idx="10" hasCustomPrompt="1"/>
          </p:nvPr>
        </p:nvSpPr>
        <p:spPr>
          <a:xfrm>
            <a:off x="608171" y="1295401"/>
            <a:ext cx="11051877" cy="4958137"/>
          </a:xfrm>
        </p:spPr>
        <p:txBody>
          <a:bodyPr>
            <a:normAutofit/>
          </a:bodyPr>
          <a:lstStyle>
            <a:lvl1pPr>
              <a:defRPr sz="2400" baseline="0">
                <a:latin typeface="Calibri" panose="020F0502020204030204" pitchFamily="34" charset="0"/>
                <a:ea typeface="Open Sans Light" panose="020B0306030504020204" pitchFamily="34" charset="0"/>
                <a:cs typeface="Calibri" panose="020F0502020204030204" pitchFamily="34" charset="0"/>
              </a:defRPr>
            </a:lvl1pPr>
            <a:lvl2pPr>
              <a:defRPr sz="1800">
                <a:latin typeface="Calibri" panose="020F0502020204030204" pitchFamily="34" charset="0"/>
                <a:ea typeface="Open Sans Light" panose="020B0306030504020204" pitchFamily="34" charset="0"/>
                <a:cs typeface="Calibri" panose="020F0502020204030204" pitchFamily="34" charset="0"/>
              </a:defRPr>
            </a:lvl2pPr>
            <a:lvl3pPr>
              <a:defRPr sz="1600">
                <a:latin typeface="Calibri" panose="020F0502020204030204" pitchFamily="34" charset="0"/>
                <a:ea typeface="Open Sans Light" panose="020B0306030504020204" pitchFamily="34" charset="0"/>
                <a:cs typeface="Calibri" panose="020F0502020204030204" pitchFamily="34" charset="0"/>
              </a:defRPr>
            </a:lvl3pPr>
            <a:lvl4pPr>
              <a:defRPr sz="1400">
                <a:latin typeface="Calibri" panose="020F0502020204030204" pitchFamily="34" charset="0"/>
                <a:ea typeface="Open Sans Light" panose="020B0306030504020204" pitchFamily="34" charset="0"/>
                <a:cs typeface="Calibri" panose="020F0502020204030204" pitchFamily="34" charset="0"/>
              </a:defRPr>
            </a:lvl4pPr>
            <a:lvl5pPr>
              <a:defRPr sz="1400">
                <a:latin typeface="Calibri" panose="020F0502020204030204" pitchFamily="34" charset="0"/>
                <a:ea typeface="Open Sans Light" panose="020B0306030504020204" pitchFamily="34" charset="0"/>
                <a:cs typeface="Calibri" panose="020F0502020204030204" pitchFamily="34" charset="0"/>
              </a:defRPr>
            </a:lvl5pPr>
          </a:lstStyle>
          <a:p>
            <a:pPr lvl="0"/>
            <a:r>
              <a:rPr lang="es-ES" dirty="0"/>
              <a:t>Texto del contenido</a:t>
            </a:r>
          </a:p>
          <a:p>
            <a:pPr lvl="1"/>
            <a:r>
              <a:rPr lang="es-ES" dirty="0"/>
              <a:t>Segundo nivel</a:t>
            </a:r>
          </a:p>
          <a:p>
            <a:pPr lvl="2"/>
            <a:r>
              <a:rPr lang="es-ES" dirty="0"/>
              <a:t>Tercer nivel</a:t>
            </a:r>
          </a:p>
          <a:p>
            <a:pPr lvl="3"/>
            <a:r>
              <a:rPr lang="es-ES" dirty="0"/>
              <a:t>Cuarto nivel</a:t>
            </a:r>
          </a:p>
          <a:p>
            <a:pPr lvl="4"/>
            <a:r>
              <a:rPr lang="es-ES" dirty="0"/>
              <a:t>Quinto nivel</a:t>
            </a:r>
          </a:p>
        </p:txBody>
      </p:sp>
      <p:sp>
        <p:nvSpPr>
          <p:cNvPr id="23" name="Marcador de texto 22"/>
          <p:cNvSpPr>
            <a:spLocks noGrp="1"/>
          </p:cNvSpPr>
          <p:nvPr>
            <p:ph type="body" sz="quarter" idx="11" hasCustomPrompt="1"/>
          </p:nvPr>
        </p:nvSpPr>
        <p:spPr>
          <a:xfrm>
            <a:off x="736652" y="730647"/>
            <a:ext cx="7778317" cy="381000"/>
          </a:xfrm>
        </p:spPr>
        <p:txBody>
          <a:bodyPr>
            <a:noAutofit/>
          </a:bodyPr>
          <a:lstStyle>
            <a:lvl1pPr marL="0" indent="0">
              <a:buNone/>
              <a:defRPr sz="2000">
                <a:latin typeface="Calibri" panose="020F0502020204030204" pitchFamily="34" charset="0"/>
                <a:ea typeface="Open Sans Light" panose="020B0306030504020204" pitchFamily="34" charset="0"/>
                <a:cs typeface="Calibri" panose="020F0502020204030204" pitchFamily="34" charset="0"/>
              </a:defRPr>
            </a:lvl1pPr>
          </a:lstStyle>
          <a:p>
            <a:pPr lvl="0"/>
            <a:r>
              <a:rPr lang="es-ES" dirty="0"/>
              <a:t>Subtítulo del artículo con una explicación corta a modo resumen</a:t>
            </a:r>
          </a:p>
        </p:txBody>
      </p:sp>
      <p:sp>
        <p:nvSpPr>
          <p:cNvPr id="11" name="Date Placeholder 3"/>
          <p:cNvSpPr>
            <a:spLocks noGrp="1"/>
          </p:cNvSpPr>
          <p:nvPr>
            <p:ph type="dt" sz="half" idx="2"/>
          </p:nvPr>
        </p:nvSpPr>
        <p:spPr>
          <a:xfrm>
            <a:off x="609600" y="6387407"/>
            <a:ext cx="1980287" cy="303019"/>
          </a:xfrm>
          <a:prstGeom prst="rect">
            <a:avLst/>
          </a:prstGeom>
        </p:spPr>
        <p:txBody>
          <a:bodyPr vert="horz" lIns="117208" tIns="58604" rIns="117208" bIns="58604" rtlCol="0" anchor="ctr"/>
          <a:lstStyle>
            <a:lvl1pPr algn="l">
              <a:defRPr sz="1200">
                <a:solidFill>
                  <a:schemeClr val="tx1">
                    <a:tint val="75000"/>
                  </a:schemeClr>
                </a:solidFill>
              </a:defRPr>
            </a:lvl1pPr>
          </a:lstStyle>
          <a:p>
            <a:endParaRPr lang="en-US" dirty="0"/>
          </a:p>
        </p:txBody>
      </p:sp>
      <p:sp>
        <p:nvSpPr>
          <p:cNvPr id="12" name="Footer Placeholder 4"/>
          <p:cNvSpPr>
            <a:spLocks noGrp="1"/>
          </p:cNvSpPr>
          <p:nvPr>
            <p:ph type="ftr" sz="quarter" idx="3"/>
          </p:nvPr>
        </p:nvSpPr>
        <p:spPr>
          <a:xfrm>
            <a:off x="2894768" y="6387407"/>
            <a:ext cx="6402465" cy="303019"/>
          </a:xfrm>
          <a:prstGeom prst="rect">
            <a:avLst/>
          </a:prstGeom>
        </p:spPr>
        <p:txBody>
          <a:bodyPr vert="horz" lIns="117208" tIns="58604" rIns="117208" bIns="58604" rtlCol="0" anchor="ctr"/>
          <a:lstStyle>
            <a:lvl1pPr algn="ctr">
              <a:defRPr sz="1200">
                <a:solidFill>
                  <a:schemeClr val="tx1">
                    <a:tint val="75000"/>
                  </a:schemeClr>
                </a:solidFill>
              </a:defRPr>
            </a:lvl1pPr>
          </a:lstStyle>
          <a:p>
            <a:r>
              <a:rPr lang="en-US"/>
              <a:t>LAB 4.0. LAYOUT</a:t>
            </a:r>
          </a:p>
        </p:txBody>
      </p:sp>
      <p:sp>
        <p:nvSpPr>
          <p:cNvPr id="14" name="Slide Number Placeholder 5"/>
          <p:cNvSpPr>
            <a:spLocks noGrp="1"/>
          </p:cNvSpPr>
          <p:nvPr>
            <p:ph type="sldNum" sz="quarter" idx="4"/>
          </p:nvPr>
        </p:nvSpPr>
        <p:spPr>
          <a:xfrm>
            <a:off x="11431389" y="6388096"/>
            <a:ext cx="760611" cy="303019"/>
          </a:xfrm>
          <a:prstGeom prst="rect">
            <a:avLst/>
          </a:prstGeom>
          <a:solidFill>
            <a:schemeClr val="bg2"/>
          </a:solidFill>
        </p:spPr>
        <p:txBody>
          <a:bodyPr vert="horz" lIns="117208" tIns="58604" rIns="117208" bIns="58604" rtlCol="0" anchor="ctr"/>
          <a:lstStyle>
            <a:lvl1pPr algn="r">
              <a:defRPr sz="1200">
                <a:solidFill>
                  <a:srgbClr val="FF6309"/>
                </a:solidFill>
              </a:defRPr>
            </a:lvl1pPr>
          </a:lstStyle>
          <a:p>
            <a:fld id="{C2F52289-4012-4053-9770-FE82CEB9514F}" type="slidenum">
              <a:rPr lang="en-US" smtClean="0"/>
              <a:pPr/>
              <a:t>‹Nº›</a:t>
            </a:fld>
            <a:endParaRPr lang="en-US" dirty="0"/>
          </a:p>
        </p:txBody>
      </p:sp>
    </p:spTree>
    <p:extLst>
      <p:ext uri="{BB962C8B-B14F-4D97-AF65-F5344CB8AC3E}">
        <p14:creationId xmlns:p14="http://schemas.microsoft.com/office/powerpoint/2010/main" val="3024640384"/>
      </p:ext>
    </p:extLst>
  </p:cSld>
  <p:clrMapOvr>
    <a:masterClrMapping/>
  </p:clrMapOvr>
  <p:extLst>
    <p:ext uri="{DCECCB84-F9BA-43D5-87BE-67443E8EF086}">
      <p15:sldGuideLst xmlns:p15="http://schemas.microsoft.com/office/powerpoint/2012/main">
        <p15:guide id="1" orient="horz" pos="2160">
          <p15:clr>
            <a:srgbClr val="FBAE40"/>
          </p15:clr>
        </p15:guide>
        <p15:guide id="2" pos="3839">
          <p15:clr>
            <a:srgbClr val="FBAE40"/>
          </p15:clr>
        </p15:guide>
      </p15:sldGuideLst>
    </p:ext>
  </p:extLst>
</p:sldLayout>
</file>

<file path=ppt/slideMasters/_rels/slideMaster1.xml.rels><?xml version="1.0" encoding="UTF-8" standalone="yes"?>
<Relationships xmlns="http://schemas.openxmlformats.org/package/2006/relationships"><Relationship Id="rId8" Type="http://schemas.openxmlformats.org/officeDocument/2006/relationships/image" Target="../media/image1.png"/><Relationship Id="rId3" Type="http://schemas.openxmlformats.org/officeDocument/2006/relationships/slideLayout" Target="../slideLayouts/slideLayout3.xml"/><Relationship Id="rId7"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5" Type="http://schemas.openxmlformats.org/officeDocument/2006/relationships/slideLayout" Target="../slideLayouts/slideLayout5.xml"/><Relationship Id="rId4" Type="http://schemas.openxmlformats.org/officeDocument/2006/relationships/slideLayout" Target="../slideLayouts/slideLayout4.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16" name="bk object 16"/>
          <p:cNvSpPr/>
          <p:nvPr/>
        </p:nvSpPr>
        <p:spPr>
          <a:xfrm>
            <a:off x="891539" y="5283707"/>
            <a:ext cx="2624328" cy="1574289"/>
          </a:xfrm>
          <a:prstGeom prst="rect">
            <a:avLst/>
          </a:prstGeom>
          <a:blipFill>
            <a:blip r:embed="rId8" cstate="print"/>
            <a:stretch>
              <a:fillRect/>
            </a:stretch>
          </a:blipFill>
        </p:spPr>
        <p:txBody>
          <a:bodyPr wrap="square" lIns="0" tIns="0" rIns="0" bIns="0" rtlCol="0"/>
          <a:lstStyle/>
          <a:p>
            <a:endParaRPr/>
          </a:p>
        </p:txBody>
      </p:sp>
      <p:sp>
        <p:nvSpPr>
          <p:cNvPr id="2" name="Holder 2"/>
          <p:cNvSpPr>
            <a:spLocks noGrp="1"/>
          </p:cNvSpPr>
          <p:nvPr>
            <p:ph type="title"/>
          </p:nvPr>
        </p:nvSpPr>
        <p:spPr>
          <a:xfrm>
            <a:off x="3986910" y="1699005"/>
            <a:ext cx="2599054" cy="269239"/>
          </a:xfrm>
          <a:prstGeom prst="rect">
            <a:avLst/>
          </a:prstGeom>
        </p:spPr>
        <p:txBody>
          <a:bodyPr wrap="square" lIns="0" tIns="0" rIns="0" bIns="0">
            <a:spAutoFit/>
          </a:bodyPr>
          <a:lstStyle>
            <a:lvl1pPr>
              <a:defRPr sz="1600" b="0" i="0">
                <a:solidFill>
                  <a:schemeClr val="tx1"/>
                </a:solidFill>
                <a:latin typeface="Calibri"/>
                <a:cs typeface="Calibri"/>
              </a:defRPr>
            </a:lvl1pPr>
          </a:lstStyle>
          <a:p>
            <a:endParaRPr/>
          </a:p>
        </p:txBody>
      </p:sp>
      <p:sp>
        <p:nvSpPr>
          <p:cNvPr id="3" name="Holder 3"/>
          <p:cNvSpPr>
            <a:spLocks noGrp="1"/>
          </p:cNvSpPr>
          <p:nvPr>
            <p:ph type="body" idx="1"/>
          </p:nvPr>
        </p:nvSpPr>
        <p:spPr>
          <a:xfrm>
            <a:off x="609600" y="1577340"/>
            <a:ext cx="10972800" cy="4526280"/>
          </a:xfrm>
          <a:prstGeom prst="rect">
            <a:avLst/>
          </a:prstGeom>
        </p:spPr>
        <p:txBody>
          <a:bodyPr wrap="square" lIns="0" tIns="0" rIns="0" bIns="0">
            <a:spAutoFit/>
          </a:bodyPr>
          <a:lstStyle>
            <a:lvl1pPr>
              <a:defRPr/>
            </a:lvl1pPr>
          </a:lstStyle>
          <a:p>
            <a:endParaRPr/>
          </a:p>
        </p:txBody>
      </p:sp>
      <p:sp>
        <p:nvSpPr>
          <p:cNvPr id="4" name="Holder 4"/>
          <p:cNvSpPr>
            <a:spLocks noGrp="1"/>
          </p:cNvSpPr>
          <p:nvPr>
            <p:ph type="ftr" sz="quarter" idx="5"/>
          </p:nvPr>
        </p:nvSpPr>
        <p:spPr>
          <a:xfrm>
            <a:off x="5695950" y="6465068"/>
            <a:ext cx="1210945" cy="153670"/>
          </a:xfrm>
          <a:prstGeom prst="rect">
            <a:avLst/>
          </a:prstGeom>
        </p:spPr>
        <p:txBody>
          <a:bodyPr wrap="square" lIns="0" tIns="0" rIns="0" bIns="0">
            <a:spAutoFit/>
          </a:bodyPr>
          <a:lstStyle>
            <a:lvl1pPr>
              <a:defRPr sz="900" b="0" i="0">
                <a:solidFill>
                  <a:srgbClr val="585858"/>
                </a:solidFill>
                <a:latin typeface="Arial"/>
                <a:cs typeface="Arial"/>
              </a:defRPr>
            </a:lvl1pPr>
          </a:lstStyle>
          <a:p>
            <a:pPr marL="12700">
              <a:lnSpc>
                <a:spcPct val="100000"/>
              </a:lnSpc>
              <a:spcBef>
                <a:spcPts val="15"/>
              </a:spcBef>
            </a:pPr>
            <a:r>
              <a:rPr lang="es-ES" spc="-5"/>
              <a:t>LAB 4.0. LAYOUT</a:t>
            </a:r>
            <a:endParaRPr spc="-5" dirty="0"/>
          </a:p>
        </p:txBody>
      </p:sp>
      <p:sp>
        <p:nvSpPr>
          <p:cNvPr id="5" name="Holder 5"/>
          <p:cNvSpPr>
            <a:spLocks noGrp="1"/>
          </p:cNvSpPr>
          <p:nvPr>
            <p:ph type="dt" sz="half" idx="6"/>
          </p:nvPr>
        </p:nvSpPr>
        <p:spPr>
          <a:xfrm>
            <a:off x="609600" y="6377940"/>
            <a:ext cx="2804160" cy="342900"/>
          </a:xfrm>
          <a:prstGeom prst="rect">
            <a:avLst/>
          </a:prstGeom>
        </p:spPr>
        <p:txBody>
          <a:bodyPr wrap="square" lIns="0" tIns="0" rIns="0" bIns="0">
            <a:spAutoFit/>
          </a:bodyPr>
          <a:lstStyle>
            <a:lvl1pPr algn="l">
              <a:defRPr>
                <a:solidFill>
                  <a:schemeClr val="tx1">
                    <a:tint val="75000"/>
                  </a:schemeClr>
                </a:solidFill>
              </a:defRPr>
            </a:lvl1pPr>
          </a:lstStyle>
          <a:p>
            <a:endParaRPr lang="en-US"/>
          </a:p>
        </p:txBody>
      </p:sp>
      <p:sp>
        <p:nvSpPr>
          <p:cNvPr id="6" name="Holder 6"/>
          <p:cNvSpPr>
            <a:spLocks noGrp="1"/>
          </p:cNvSpPr>
          <p:nvPr>
            <p:ph type="sldNum" sz="quarter" idx="7"/>
          </p:nvPr>
        </p:nvSpPr>
        <p:spPr>
          <a:xfrm>
            <a:off x="9311640" y="6377940"/>
            <a:ext cx="2804160" cy="342900"/>
          </a:xfrm>
          <a:prstGeom prst="rect">
            <a:avLst/>
          </a:prstGeom>
        </p:spPr>
        <p:txBody>
          <a:bodyPr wrap="square" lIns="0" tIns="0" rIns="0" bIns="0">
            <a:spAutoFit/>
          </a:bodyPr>
          <a:lstStyle>
            <a:lvl1pPr algn="r">
              <a:defRPr>
                <a:solidFill>
                  <a:schemeClr val="tx1">
                    <a:tint val="75000"/>
                  </a:schemeClr>
                </a:solidFill>
              </a:defRPr>
            </a:lvl1pPr>
          </a:lstStyle>
          <a:p>
            <a:fld id="{B6F15528-21DE-4FAA-801E-634DDDAF4B2B}" type="slidenum">
              <a:t>‹Nº›</a:t>
            </a:fld>
            <a:endParaRPr/>
          </a:p>
        </p:txBody>
      </p:sp>
    </p:spTree>
  </p:cSld>
  <p:clrMap bg1="lt1" tx1="dk1" bg2="lt2" tx2="dk2" accent1="accent1" accent2="accent2" accent3="accent3" accent4="accent4" accent5="accent5" accent6="accent6" hlink="hlink" folHlink="folHlink"/>
  <p:sldLayoutIdLst>
    <p:sldLayoutId id="2147483661" r:id="rId1"/>
    <p:sldLayoutId id="2147483662" r:id="rId2"/>
    <p:sldLayoutId id="2147483663" r:id="rId3"/>
    <p:sldLayoutId id="2147483664" r:id="rId4"/>
    <p:sldLayoutId id="2147483665" r:id="rId5"/>
    <p:sldLayoutId id="2147483666" r:id="rId6"/>
  </p:sldLayoutIdLst>
  <p:hf hdr="0" dt="0"/>
  <p:txStyles>
    <p:titleStyle>
      <a:lvl1pPr>
        <a:defRPr>
          <a:latin typeface="+mj-lt"/>
          <a:ea typeface="+mj-ea"/>
          <a:cs typeface="+mj-cs"/>
        </a:defRPr>
      </a:lvl1pPr>
    </p:titleStyle>
    <p:bodyStyle>
      <a:lvl1pPr marL="0">
        <a:defRPr>
          <a:latin typeface="+mn-lt"/>
          <a:ea typeface="+mn-ea"/>
          <a:cs typeface="+mn-cs"/>
        </a:defRPr>
      </a:lvl1pPr>
      <a:lvl2pPr marL="457200">
        <a:defRPr>
          <a:latin typeface="+mn-lt"/>
          <a:ea typeface="+mn-ea"/>
          <a:cs typeface="+mn-cs"/>
        </a:defRPr>
      </a:lvl2pPr>
      <a:lvl3pPr marL="914400">
        <a:defRPr>
          <a:latin typeface="+mn-lt"/>
          <a:ea typeface="+mn-ea"/>
          <a:cs typeface="+mn-cs"/>
        </a:defRPr>
      </a:lvl3pPr>
      <a:lvl4pPr marL="1371600">
        <a:defRPr>
          <a:latin typeface="+mn-lt"/>
          <a:ea typeface="+mn-ea"/>
          <a:cs typeface="+mn-cs"/>
        </a:defRPr>
      </a:lvl4pPr>
      <a:lvl5pPr marL="1828800">
        <a:defRPr>
          <a:latin typeface="+mn-lt"/>
          <a:ea typeface="+mn-ea"/>
          <a:cs typeface="+mn-cs"/>
        </a:defRPr>
      </a:lvl5pPr>
      <a:lvl6pPr marL="2286000">
        <a:defRPr>
          <a:latin typeface="+mn-lt"/>
          <a:ea typeface="+mn-ea"/>
          <a:cs typeface="+mn-cs"/>
        </a:defRPr>
      </a:lvl6pPr>
      <a:lvl7pPr marL="2743200">
        <a:defRPr>
          <a:latin typeface="+mn-lt"/>
          <a:ea typeface="+mn-ea"/>
          <a:cs typeface="+mn-cs"/>
        </a:defRPr>
      </a:lvl7pPr>
      <a:lvl8pPr marL="3200400">
        <a:defRPr>
          <a:latin typeface="+mn-lt"/>
          <a:ea typeface="+mn-ea"/>
          <a:cs typeface="+mn-cs"/>
        </a:defRPr>
      </a:lvl8pPr>
      <a:lvl9pPr marL="3657600">
        <a:defRPr>
          <a:latin typeface="+mn-lt"/>
          <a:ea typeface="+mn-ea"/>
          <a:cs typeface="+mn-cs"/>
        </a:defRPr>
      </a:lvl9pPr>
    </p:bodyStyle>
    <p:otherStyle>
      <a:lvl1pPr marL="0">
        <a:defRPr>
          <a:latin typeface="+mn-lt"/>
          <a:ea typeface="+mn-ea"/>
          <a:cs typeface="+mn-cs"/>
        </a:defRPr>
      </a:lvl1pPr>
      <a:lvl2pPr marL="457200">
        <a:defRPr>
          <a:latin typeface="+mn-lt"/>
          <a:ea typeface="+mn-ea"/>
          <a:cs typeface="+mn-cs"/>
        </a:defRPr>
      </a:lvl2pPr>
      <a:lvl3pPr marL="914400">
        <a:defRPr>
          <a:latin typeface="+mn-lt"/>
          <a:ea typeface="+mn-ea"/>
          <a:cs typeface="+mn-cs"/>
        </a:defRPr>
      </a:lvl3pPr>
      <a:lvl4pPr marL="1371600">
        <a:defRPr>
          <a:latin typeface="+mn-lt"/>
          <a:ea typeface="+mn-ea"/>
          <a:cs typeface="+mn-cs"/>
        </a:defRPr>
      </a:lvl4pPr>
      <a:lvl5pPr marL="1828800">
        <a:defRPr>
          <a:latin typeface="+mn-lt"/>
          <a:ea typeface="+mn-ea"/>
          <a:cs typeface="+mn-cs"/>
        </a:defRPr>
      </a:lvl5pPr>
      <a:lvl6pPr marL="2286000">
        <a:defRPr>
          <a:latin typeface="+mn-lt"/>
          <a:ea typeface="+mn-ea"/>
          <a:cs typeface="+mn-cs"/>
        </a:defRPr>
      </a:lvl6pPr>
      <a:lvl7pPr marL="2743200">
        <a:defRPr>
          <a:latin typeface="+mn-lt"/>
          <a:ea typeface="+mn-ea"/>
          <a:cs typeface="+mn-cs"/>
        </a:defRPr>
      </a:lvl7pPr>
      <a:lvl8pPr marL="3200400">
        <a:defRPr>
          <a:latin typeface="+mn-lt"/>
          <a:ea typeface="+mn-ea"/>
          <a:cs typeface="+mn-cs"/>
        </a:defRPr>
      </a:lvl8pPr>
      <a:lvl9pPr marL="3657600">
        <a:defRPr>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image" Target="../media/image5.png"/><Relationship Id="rId1" Type="http://schemas.openxmlformats.org/officeDocument/2006/relationships/slideLayout" Target="../slideLayouts/slideLayout5.xml"/></Relationships>
</file>

<file path=ppt/slides/_rels/slide2.xml.rels><?xml version="1.0" encoding="UTF-8" standalone="yes"?>
<Relationships xmlns="http://schemas.openxmlformats.org/package/2006/relationships"><Relationship Id="rId3" Type="http://schemas.openxmlformats.org/officeDocument/2006/relationships/hyperlink" Target="https://github.com/pascualmunoz/cifoin-lab4.git" TargetMode="External"/><Relationship Id="rId2" Type="http://schemas.openxmlformats.org/officeDocument/2006/relationships/image" Target="../media/image3.svg"/><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3" Type="http://schemas.openxmlformats.org/officeDocument/2006/relationships/image" Target="../media/image3.svg"/><Relationship Id="rId2" Type="http://schemas.openxmlformats.org/officeDocument/2006/relationships/notesSlide" Target="../notesSlides/notesSlide1.xml"/><Relationship Id="rId1" Type="http://schemas.openxmlformats.org/officeDocument/2006/relationships/slideLayout" Target="../slideLayouts/slideLayout2.xml"/><Relationship Id="rId5" Type="http://schemas.openxmlformats.org/officeDocument/2006/relationships/image" Target="../media/image7.png"/><Relationship Id="rId4" Type="http://schemas.openxmlformats.org/officeDocument/2006/relationships/image" Target="../media/image6.png"/></Relationships>
</file>

<file path=ppt/slides/_rels/slide4.xml.rels><?xml version="1.0" encoding="UTF-8" standalone="yes"?>
<Relationships xmlns="http://schemas.openxmlformats.org/package/2006/relationships"><Relationship Id="rId3" Type="http://schemas.openxmlformats.org/officeDocument/2006/relationships/image" Target="../media/image3.svg"/><Relationship Id="rId2" Type="http://schemas.openxmlformats.org/officeDocument/2006/relationships/notesSlide" Target="../notesSlides/notesSlide2.xml"/><Relationship Id="rId1" Type="http://schemas.openxmlformats.org/officeDocument/2006/relationships/slideLayout" Target="../slideLayouts/slideLayout2.xml"/><Relationship Id="rId5" Type="http://schemas.openxmlformats.org/officeDocument/2006/relationships/image" Target="../media/image9.png"/><Relationship Id="rId4" Type="http://schemas.openxmlformats.org/officeDocument/2006/relationships/image" Target="../media/image8.png"/></Relationships>
</file>

<file path=ppt/slides/_rels/slide5.xml.rels><?xml version="1.0" encoding="UTF-8" standalone="yes"?>
<Relationships xmlns="http://schemas.openxmlformats.org/package/2006/relationships"><Relationship Id="rId3" Type="http://schemas.openxmlformats.org/officeDocument/2006/relationships/image" Target="../media/image3.svg"/><Relationship Id="rId2" Type="http://schemas.openxmlformats.org/officeDocument/2006/relationships/notesSlide" Target="../notesSlides/notesSlide3.xml"/><Relationship Id="rId1" Type="http://schemas.openxmlformats.org/officeDocument/2006/relationships/slideLayout" Target="../slideLayouts/slideLayout2.xml"/><Relationship Id="rId5" Type="http://schemas.openxmlformats.org/officeDocument/2006/relationships/image" Target="../media/image11.png"/><Relationship Id="rId4" Type="http://schemas.openxmlformats.org/officeDocument/2006/relationships/image" Target="../media/image10.png"/></Relationships>
</file>

<file path=ppt/slides/_rels/slide6.xml.rels><?xml version="1.0" encoding="UTF-8" standalone="yes"?>
<Relationships xmlns="http://schemas.openxmlformats.org/package/2006/relationships"><Relationship Id="rId3" Type="http://schemas.openxmlformats.org/officeDocument/2006/relationships/image" Target="../media/image3.svg"/><Relationship Id="rId2" Type="http://schemas.openxmlformats.org/officeDocument/2006/relationships/notesSlide" Target="../notesSlides/notesSlide4.xml"/><Relationship Id="rId1" Type="http://schemas.openxmlformats.org/officeDocument/2006/relationships/slideLayout" Target="../slideLayouts/slideLayout2.xml"/><Relationship Id="rId6" Type="http://schemas.openxmlformats.org/officeDocument/2006/relationships/image" Target="../media/image14.png"/><Relationship Id="rId5" Type="http://schemas.openxmlformats.org/officeDocument/2006/relationships/image" Target="../media/image13.png"/><Relationship Id="rId4" Type="http://schemas.openxmlformats.org/officeDocument/2006/relationships/image" Target="../media/image12.png"/></Relationships>
</file>

<file path=ppt/slides/_rels/slide7.xml.rels><?xml version="1.0" encoding="UTF-8" standalone="yes"?>
<Relationships xmlns="http://schemas.openxmlformats.org/package/2006/relationships"><Relationship Id="rId3" Type="http://schemas.openxmlformats.org/officeDocument/2006/relationships/image" Target="../media/image3.svg"/><Relationship Id="rId2" Type="http://schemas.openxmlformats.org/officeDocument/2006/relationships/notesSlide" Target="../notesSlides/notesSlide5.xml"/><Relationship Id="rId1" Type="http://schemas.openxmlformats.org/officeDocument/2006/relationships/slideLayout" Target="../slideLayouts/slideLayout2.xml"/><Relationship Id="rId5" Type="http://schemas.openxmlformats.org/officeDocument/2006/relationships/image" Target="../media/image16.png"/><Relationship Id="rId4" Type="http://schemas.openxmlformats.org/officeDocument/2006/relationships/image" Target="../media/image15.png"/></Relationships>
</file>

<file path=ppt/slides/_rels/slide8.xml.rels><?xml version="1.0" encoding="UTF-8" standalone="yes"?>
<Relationships xmlns="http://schemas.openxmlformats.org/package/2006/relationships"><Relationship Id="rId3" Type="http://schemas.openxmlformats.org/officeDocument/2006/relationships/image" Target="../media/image3.svg"/><Relationship Id="rId2" Type="http://schemas.openxmlformats.org/officeDocument/2006/relationships/notesSlide" Target="../notesSlides/notesSlide6.xml"/><Relationship Id="rId1" Type="http://schemas.openxmlformats.org/officeDocument/2006/relationships/slideLayout" Target="../slideLayouts/slideLayout2.xml"/><Relationship Id="rId5" Type="http://schemas.openxmlformats.org/officeDocument/2006/relationships/image" Target="../media/image18.png"/><Relationship Id="rId4" Type="http://schemas.openxmlformats.org/officeDocument/2006/relationships/image" Target="../media/image17.png"/></Relationships>
</file>

<file path=ppt/slides/_rels/slide9.xml.rels><?xml version="1.0" encoding="UTF-8" standalone="yes"?>
<Relationships xmlns="http://schemas.openxmlformats.org/package/2006/relationships"><Relationship Id="rId3" Type="http://schemas.openxmlformats.org/officeDocument/2006/relationships/image" Target="../media/image3.svg"/><Relationship Id="rId2" Type="http://schemas.openxmlformats.org/officeDocument/2006/relationships/notesSlide" Target="../notesSlides/notesSlide7.xml"/><Relationship Id="rId1" Type="http://schemas.openxmlformats.org/officeDocument/2006/relationships/slideLayout" Target="../slideLayouts/slideLayout2.xml"/><Relationship Id="rId5" Type="http://schemas.openxmlformats.org/officeDocument/2006/relationships/image" Target="../media/image20.png"/><Relationship Id="rId4" Type="http://schemas.openxmlformats.org/officeDocument/2006/relationships/image" Target="../media/image19.png"/></Relationships>
</file>

<file path=ppt/slides/_rels/slide10.xml.rels><?xml version="1.0" encoding="UTF-8" standalone="yes"?>
<Relationships xmlns="http://schemas.openxmlformats.org/package/2006/relationships"><Relationship Id="rId3" Type="http://schemas.openxmlformats.org/officeDocument/2006/relationships/image" Target="../media/image3.svg"/><Relationship Id="rId2" Type="http://schemas.openxmlformats.org/officeDocument/2006/relationships/notesSlide" Target="../notesSlides/notesSlide8.xml"/><Relationship Id="rId1" Type="http://schemas.openxmlformats.org/officeDocument/2006/relationships/slideLayout" Target="../slideLayouts/slideLayout2.xml"/><Relationship Id="rId5" Type="http://schemas.openxmlformats.org/officeDocument/2006/relationships/image" Target="../media/image22.png"/><Relationship Id="rId4" Type="http://schemas.openxmlformats.org/officeDocument/2006/relationships/image" Target="../media/image21.png"/></Relationships>
</file>

<file path=ppt/slides/_rels/slide11.xml.rels><?xml version="1.0" encoding="UTF-8" standalone="yes"?>
<Relationships xmlns="http://schemas.openxmlformats.org/package/2006/relationships"><Relationship Id="rId3" Type="http://schemas.openxmlformats.org/officeDocument/2006/relationships/image" Target="../media/image3.svg"/><Relationship Id="rId2" Type="http://schemas.openxmlformats.org/officeDocument/2006/relationships/notesSlide" Target="../notesSlides/notesSlide9.xml"/><Relationship Id="rId1" Type="http://schemas.openxmlformats.org/officeDocument/2006/relationships/slideLayout" Target="../slideLayouts/slideLayout2.xml"/><Relationship Id="rId5" Type="http://schemas.openxmlformats.org/officeDocument/2006/relationships/image" Target="../media/image24.png"/><Relationship Id="rId4" Type="http://schemas.openxmlformats.org/officeDocument/2006/relationships/image" Target="../media/image23.png"/></Relationships>
</file>

<file path=ppt/slides/_rels/slide12.xml.rels><?xml version="1.0" encoding="UTF-8" standalone="yes"?>
<Relationships xmlns="http://schemas.openxmlformats.org/package/2006/relationships"><Relationship Id="rId3" Type="http://schemas.openxmlformats.org/officeDocument/2006/relationships/image" Target="../media/image3.svg"/><Relationship Id="rId2" Type="http://schemas.openxmlformats.org/officeDocument/2006/relationships/notesSlide" Target="../notesSlides/notesSlide10.xml"/><Relationship Id="rId1" Type="http://schemas.openxmlformats.org/officeDocument/2006/relationships/slideLayout" Target="../slideLayouts/slideLayout2.xml"/><Relationship Id="rId5" Type="http://schemas.openxmlformats.org/officeDocument/2006/relationships/image" Target="../media/image26.png"/><Relationship Id="rId4" Type="http://schemas.openxmlformats.org/officeDocument/2006/relationships/image" Target="../media/image25.png"/></Relationships>
</file>

<file path=ppt/slides/_rels/slide13.xml.rels><?xml version="1.0" encoding="UTF-8" standalone="yes"?>
<Relationships xmlns="http://schemas.openxmlformats.org/package/2006/relationships"><Relationship Id="rId3" Type="http://schemas.openxmlformats.org/officeDocument/2006/relationships/image" Target="../media/image3.svg"/><Relationship Id="rId2" Type="http://schemas.openxmlformats.org/officeDocument/2006/relationships/notesSlide" Target="../notesSlides/notesSlide11.xml"/><Relationship Id="rId1" Type="http://schemas.openxmlformats.org/officeDocument/2006/relationships/slideLayout" Target="../slideLayouts/slideLayout2.xml"/><Relationship Id="rId4" Type="http://schemas.openxmlformats.org/officeDocument/2006/relationships/image" Target="../media/image27.png"/></Relationships>
</file>

<file path=ppt/slides/_rels/slide14.xml.rels><?xml version="1.0" encoding="UTF-8" standalone="yes"?>
<Relationships xmlns="http://schemas.openxmlformats.org/package/2006/relationships"><Relationship Id="rId3" Type="http://schemas.openxmlformats.org/officeDocument/2006/relationships/image" Target="../media/image3.svg"/><Relationship Id="rId2" Type="http://schemas.openxmlformats.org/officeDocument/2006/relationships/notesSlide" Target="../notesSlides/notesSlide12.xml"/><Relationship Id="rId1" Type="http://schemas.openxmlformats.org/officeDocument/2006/relationships/slideLayout" Target="../slideLayouts/slideLayout2.xml"/><Relationship Id="rId5" Type="http://schemas.openxmlformats.org/officeDocument/2006/relationships/image" Target="../media/image29.png"/><Relationship Id="rId4" Type="http://schemas.openxmlformats.org/officeDocument/2006/relationships/image" Target="../media/image28.png"/></Relationships>
</file>

<file path=ppt/slides/_rels/slide15.xml.rels><?xml version="1.0" encoding="UTF-8" standalone="yes"?>
<Relationships xmlns="http://schemas.openxmlformats.org/package/2006/relationships"><Relationship Id="rId3" Type="http://schemas.openxmlformats.org/officeDocument/2006/relationships/image" Target="../media/image3.svg"/><Relationship Id="rId2" Type="http://schemas.openxmlformats.org/officeDocument/2006/relationships/notesSlide" Target="../notesSlides/notesSlide13.xml"/><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3" Type="http://schemas.openxmlformats.org/officeDocument/2006/relationships/image" Target="../media/image3.svg"/><Relationship Id="rId2" Type="http://schemas.openxmlformats.org/officeDocument/2006/relationships/notesSlide" Target="../notesSlides/notesSlide14.xml"/><Relationship Id="rId1" Type="http://schemas.openxmlformats.org/officeDocument/2006/relationships/slideLayout" Target="../slideLayouts/slideLayout2.xml"/><Relationship Id="rId5" Type="http://schemas.openxmlformats.org/officeDocument/2006/relationships/image" Target="../media/image31.png"/><Relationship Id="rId4" Type="http://schemas.openxmlformats.org/officeDocument/2006/relationships/image" Target="../media/image30.png"/></Relationships>
</file>

<file path=ppt/slides/_rels/slide17.xml.rels><?xml version="1.0" encoding="UTF-8" standalone="yes"?>
<Relationships xmlns="http://schemas.openxmlformats.org/package/2006/relationships"><Relationship Id="rId3" Type="http://schemas.openxmlformats.org/officeDocument/2006/relationships/image" Target="../media/image3.svg"/><Relationship Id="rId2" Type="http://schemas.openxmlformats.org/officeDocument/2006/relationships/notesSlide" Target="../notesSlides/notesSlide15.xml"/><Relationship Id="rId1" Type="http://schemas.openxmlformats.org/officeDocument/2006/relationships/slideLayout" Target="../slideLayouts/slideLayout2.xml"/><Relationship Id="rId5" Type="http://schemas.openxmlformats.org/officeDocument/2006/relationships/image" Target="../media/image33.png"/><Relationship Id="rId4" Type="http://schemas.openxmlformats.org/officeDocument/2006/relationships/image" Target="../media/image32.png"/></Relationships>
</file>

<file path=ppt/slides/_rels/slide18.xml.rels><?xml version="1.0" encoding="UTF-8" standalone="yes"?>
<Relationships xmlns="http://schemas.openxmlformats.org/package/2006/relationships"><Relationship Id="rId3" Type="http://schemas.openxmlformats.org/officeDocument/2006/relationships/image" Target="../media/image3.svg"/><Relationship Id="rId2" Type="http://schemas.openxmlformats.org/officeDocument/2006/relationships/notesSlide" Target="../notesSlides/notesSlide16.xml"/><Relationship Id="rId1" Type="http://schemas.openxmlformats.org/officeDocument/2006/relationships/slideLayout" Target="../slideLayouts/slideLayout2.xml"/><Relationship Id="rId5" Type="http://schemas.openxmlformats.org/officeDocument/2006/relationships/image" Target="../media/image35.png"/><Relationship Id="rId4" Type="http://schemas.openxmlformats.org/officeDocument/2006/relationships/image" Target="../media/image34.png"/></Relationships>
</file>

<file path=ppt/slides/_rels/slide19.xml.rels><?xml version="1.0" encoding="UTF-8" standalone="yes"?>
<Relationships xmlns="http://schemas.openxmlformats.org/package/2006/relationships"><Relationship Id="rId3" Type="http://schemas.openxmlformats.org/officeDocument/2006/relationships/image" Target="../media/image3.svg"/><Relationship Id="rId2" Type="http://schemas.openxmlformats.org/officeDocument/2006/relationships/notesSlide" Target="../notesSlides/notesSlide17.xml"/><Relationship Id="rId1" Type="http://schemas.openxmlformats.org/officeDocument/2006/relationships/slideLayout" Target="../slideLayouts/slideLayout2.xml"/><Relationship Id="rId5" Type="http://schemas.openxmlformats.org/officeDocument/2006/relationships/image" Target="../media/image37.png"/><Relationship Id="rId4" Type="http://schemas.openxmlformats.org/officeDocument/2006/relationships/image" Target="../media/image36.png"/></Relationships>
</file>

<file path=ppt/slides/_rels/slide20.xml.rels><?xml version="1.0" encoding="UTF-8" standalone="yes"?>
<Relationships xmlns="http://schemas.openxmlformats.org/package/2006/relationships"><Relationship Id="rId3" Type="http://schemas.openxmlformats.org/officeDocument/2006/relationships/image" Target="../media/image38.svg"/><Relationship Id="rId2" Type="http://schemas.openxmlformats.org/officeDocument/2006/relationships/notesSlide" Target="../notesSlides/notesSlide18.xml"/><Relationship Id="rId1" Type="http://schemas.openxmlformats.org/officeDocument/2006/relationships/slideLayout" Target="../slideLayouts/slideLayout2.xml"/><Relationship Id="rId4" Type="http://schemas.openxmlformats.org/officeDocument/2006/relationships/image" Target="../media/image39.png"/></Relationships>
</file>

<file path=ppt/slides/_rels/slide21.xml.rels><?xml version="1.0" encoding="UTF-8" standalone="yes"?>
<Relationships xmlns="http://schemas.openxmlformats.org/package/2006/relationships"><Relationship Id="rId3" Type="http://schemas.openxmlformats.org/officeDocument/2006/relationships/image" Target="../media/image38.svg"/><Relationship Id="rId2" Type="http://schemas.openxmlformats.org/officeDocument/2006/relationships/notesSlide" Target="../notesSlides/notesSlide19.xml"/><Relationship Id="rId1" Type="http://schemas.openxmlformats.org/officeDocument/2006/relationships/slideLayout" Target="../slideLayouts/slideLayout2.xml"/><Relationship Id="rId4" Type="http://schemas.openxmlformats.org/officeDocument/2006/relationships/image" Target="../media/image40.png"/></Relationships>
</file>

<file path=ppt/slides/_rels/slide22.xml.rels><?xml version="1.0" encoding="UTF-8" standalone="yes"?>
<Relationships xmlns="http://schemas.openxmlformats.org/package/2006/relationships"><Relationship Id="rId3" Type="http://schemas.openxmlformats.org/officeDocument/2006/relationships/image" Target="../media/image38.svg"/><Relationship Id="rId2" Type="http://schemas.openxmlformats.org/officeDocument/2006/relationships/notesSlide" Target="../notesSlides/notesSlide20.xml"/><Relationship Id="rId1" Type="http://schemas.openxmlformats.org/officeDocument/2006/relationships/slideLayout" Target="../slideLayouts/slideLayout2.xml"/><Relationship Id="rId4" Type="http://schemas.openxmlformats.org/officeDocument/2006/relationships/image" Target="../media/image41.png"/></Relationships>
</file>

<file path=ppt/slides/_rels/slide23.xml.rels><?xml version="1.0" encoding="UTF-8" standalone="yes"?>
<Relationships xmlns="http://schemas.openxmlformats.org/package/2006/relationships"><Relationship Id="rId3" Type="http://schemas.openxmlformats.org/officeDocument/2006/relationships/image" Target="../media/image38.svg"/><Relationship Id="rId2" Type="http://schemas.openxmlformats.org/officeDocument/2006/relationships/notesSlide" Target="../notesSlides/notesSlide21.xml"/><Relationship Id="rId1" Type="http://schemas.openxmlformats.org/officeDocument/2006/relationships/slideLayout" Target="../slideLayouts/slideLayout2.xml"/><Relationship Id="rId4" Type="http://schemas.openxmlformats.org/officeDocument/2006/relationships/image" Target="../media/image42.png"/></Relationships>
</file>

<file path=ppt/slides/_rels/slide24.xml.rels><?xml version="1.0" encoding="UTF-8" standalone="yes"?>
<Relationships xmlns="http://schemas.openxmlformats.org/package/2006/relationships"><Relationship Id="rId3" Type="http://schemas.openxmlformats.org/officeDocument/2006/relationships/image" Target="../media/image38.svg"/><Relationship Id="rId2" Type="http://schemas.openxmlformats.org/officeDocument/2006/relationships/notesSlide" Target="../notesSlides/notesSlide22.xml"/><Relationship Id="rId1" Type="http://schemas.openxmlformats.org/officeDocument/2006/relationships/slideLayout" Target="../slideLayouts/slideLayout2.xml"/><Relationship Id="rId4" Type="http://schemas.openxmlformats.org/officeDocument/2006/relationships/image" Target="../media/image43.png"/></Relationships>
</file>

<file path=ppt/slides/_rels/slide25.xml.rels><?xml version="1.0" encoding="UTF-8" standalone="yes"?>
<Relationships xmlns="http://schemas.openxmlformats.org/package/2006/relationships"><Relationship Id="rId3" Type="http://schemas.openxmlformats.org/officeDocument/2006/relationships/image" Target="../media/image38.svg"/><Relationship Id="rId2" Type="http://schemas.openxmlformats.org/officeDocument/2006/relationships/notesSlide" Target="../notesSlides/notesSlide23.xml"/><Relationship Id="rId1" Type="http://schemas.openxmlformats.org/officeDocument/2006/relationships/slideLayout" Target="../slideLayouts/slideLayout2.xml"/><Relationship Id="rId4" Type="http://schemas.openxmlformats.org/officeDocument/2006/relationships/image" Target="../media/image44.png"/></Relationships>
</file>

<file path=ppt/slides/_rels/slide26.xml.rels><?xml version="1.0" encoding="UTF-8" standalone="yes"?>
<Relationships xmlns="http://schemas.openxmlformats.org/package/2006/relationships"><Relationship Id="rId2" Type="http://schemas.openxmlformats.org/officeDocument/2006/relationships/image" Target="../media/image45.png"/><Relationship Id="rId1" Type="http://schemas.openxmlformats.org/officeDocument/2006/relationships/slideLayout" Target="../slideLayouts/slideLayout4.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object 3"/>
          <p:cNvSpPr txBox="1"/>
          <p:nvPr/>
        </p:nvSpPr>
        <p:spPr>
          <a:xfrm>
            <a:off x="2749676" y="4919853"/>
            <a:ext cx="9213724" cy="505267"/>
          </a:xfrm>
          <a:prstGeom prst="rect">
            <a:avLst/>
          </a:prstGeom>
        </p:spPr>
        <p:txBody>
          <a:bodyPr vert="horz" wrap="square" lIns="0" tIns="12700" rIns="0" bIns="0" rtlCol="0">
            <a:spAutoFit/>
          </a:bodyPr>
          <a:lstStyle/>
          <a:p>
            <a:pPr marL="12700">
              <a:lnSpc>
                <a:spcPct val="100000"/>
              </a:lnSpc>
              <a:spcBef>
                <a:spcPts val="100"/>
              </a:spcBef>
            </a:pPr>
            <a:r>
              <a:rPr lang="es-ES" sz="3200" b="1" dirty="0">
                <a:latin typeface="Lucida Sans"/>
                <a:cs typeface="Lucida Sans"/>
              </a:rPr>
              <a:t>Lab Book 4.0 Circuits and Compact </a:t>
            </a:r>
            <a:r>
              <a:rPr lang="es-ES" sz="3200" b="1" dirty="0" err="1">
                <a:latin typeface="Lucida Sans"/>
                <a:cs typeface="Lucida Sans"/>
              </a:rPr>
              <a:t>Models</a:t>
            </a:r>
            <a:endParaRPr sz="3200" dirty="0">
              <a:latin typeface="Lucida Sans"/>
              <a:cs typeface="Lucida Sans"/>
            </a:endParaRPr>
          </a:p>
        </p:txBody>
      </p:sp>
      <p:sp>
        <p:nvSpPr>
          <p:cNvPr id="4" name="object 4"/>
          <p:cNvSpPr txBox="1"/>
          <p:nvPr/>
        </p:nvSpPr>
        <p:spPr>
          <a:xfrm>
            <a:off x="2749676" y="5610250"/>
            <a:ext cx="8223124" cy="289823"/>
          </a:xfrm>
          <a:prstGeom prst="rect">
            <a:avLst/>
          </a:prstGeom>
        </p:spPr>
        <p:txBody>
          <a:bodyPr vert="horz" wrap="square" lIns="0" tIns="12700" rIns="0" bIns="0" rtlCol="0">
            <a:spAutoFit/>
          </a:bodyPr>
          <a:lstStyle/>
          <a:p>
            <a:pPr marL="12700">
              <a:lnSpc>
                <a:spcPct val="100000"/>
              </a:lnSpc>
              <a:spcBef>
                <a:spcPts val="100"/>
              </a:spcBef>
            </a:pPr>
            <a:r>
              <a:rPr lang="es-ES" spc="165" dirty="0">
                <a:latin typeface="Arial"/>
                <a:cs typeface="Arial"/>
              </a:rPr>
              <a:t>Student: Adrián Navarrete Martí, Olaya Villacorta </a:t>
            </a:r>
            <a:r>
              <a:rPr lang="es-ES" spc="165" dirty="0" err="1">
                <a:latin typeface="Arial"/>
                <a:cs typeface="Arial"/>
              </a:rPr>
              <a:t>Guillamon</a:t>
            </a:r>
            <a:r>
              <a:rPr lang="es-ES" spc="165" dirty="0">
                <a:latin typeface="Arial"/>
                <a:cs typeface="Arial"/>
              </a:rPr>
              <a:t> </a:t>
            </a:r>
            <a:endParaRPr sz="1800" dirty="0">
              <a:latin typeface="Arial"/>
              <a:cs typeface="Arial"/>
            </a:endParaRPr>
          </a:p>
        </p:txBody>
      </p:sp>
      <p:sp>
        <p:nvSpPr>
          <p:cNvPr id="5" name="object 5"/>
          <p:cNvSpPr/>
          <p:nvPr/>
        </p:nvSpPr>
        <p:spPr>
          <a:xfrm>
            <a:off x="0" y="0"/>
            <a:ext cx="12192000" cy="4189476"/>
          </a:xfrm>
          <a:prstGeom prst="rect">
            <a:avLst/>
          </a:prstGeom>
          <a:blipFill>
            <a:blip r:embed="rId2" cstate="print"/>
            <a:stretch>
              <a:fillRect/>
            </a:stretch>
          </a:blipFill>
        </p:spPr>
        <p:txBody>
          <a:bodyPr wrap="square" lIns="0" tIns="0" rIns="0" bIns="0" rtlCol="0"/>
          <a:lstStyle/>
          <a:p>
            <a:endParaRPr/>
          </a:p>
        </p:txBody>
      </p:sp>
      <p:sp>
        <p:nvSpPr>
          <p:cNvPr id="7" name="Marcador de número de diapositiva 6">
            <a:extLst>
              <a:ext uri="{FF2B5EF4-FFF2-40B4-BE49-F238E27FC236}">
                <a16:creationId xmlns:a16="http://schemas.microsoft.com/office/drawing/2014/main" id="{F6F66F51-9238-50FE-85C2-BAC3DA79D767}"/>
              </a:ext>
            </a:extLst>
          </p:cNvPr>
          <p:cNvSpPr>
            <a:spLocks noGrp="1"/>
          </p:cNvSpPr>
          <p:nvPr>
            <p:ph type="sldNum" sz="quarter" idx="7"/>
          </p:nvPr>
        </p:nvSpPr>
        <p:spPr/>
        <p:txBody>
          <a:bodyPr/>
          <a:lstStyle/>
          <a:p>
            <a:fld id="{B6F15528-21DE-4FAA-801E-634DDDAF4B2B}" type="slidenum">
              <a:rPr lang="es-ES" smtClean="0"/>
              <a:t>1</a:t>
            </a:fld>
            <a:endParaRPr lang="es-ES"/>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848A4D4-C3C4-085B-A7AD-EA04D83F480F}"/>
            </a:ext>
          </a:extLst>
        </p:cNvPr>
        <p:cNvGrpSpPr/>
        <p:nvPr/>
      </p:nvGrpSpPr>
      <p:grpSpPr>
        <a:xfrm>
          <a:off x="0" y="0"/>
          <a:ext cx="0" cy="0"/>
          <a:chOff x="0" y="0"/>
          <a:chExt cx="0" cy="0"/>
        </a:xfrm>
      </p:grpSpPr>
      <p:sp>
        <p:nvSpPr>
          <p:cNvPr id="16" name="object 16">
            <a:extLst>
              <a:ext uri="{FF2B5EF4-FFF2-40B4-BE49-F238E27FC236}">
                <a16:creationId xmlns:a16="http://schemas.microsoft.com/office/drawing/2014/main" id="{1B7433F1-7A0E-D925-6140-7305139D053A}"/>
              </a:ext>
            </a:extLst>
          </p:cNvPr>
          <p:cNvSpPr txBox="1">
            <a:spLocks noGrp="1"/>
          </p:cNvSpPr>
          <p:nvPr>
            <p:ph type="title"/>
          </p:nvPr>
        </p:nvSpPr>
        <p:spPr>
          <a:xfrm>
            <a:off x="685800" y="408883"/>
            <a:ext cx="6153785" cy="705321"/>
          </a:xfrm>
          <a:prstGeom prst="rect">
            <a:avLst/>
          </a:prstGeom>
        </p:spPr>
        <p:txBody>
          <a:bodyPr vert="horz" wrap="square" lIns="0" tIns="12700" rIns="0" bIns="0" rtlCol="0">
            <a:spAutoFit/>
          </a:bodyPr>
          <a:lstStyle/>
          <a:p>
            <a:pPr marL="12700">
              <a:lnSpc>
                <a:spcPct val="100000"/>
              </a:lnSpc>
              <a:spcBef>
                <a:spcPts val="100"/>
              </a:spcBef>
            </a:pPr>
            <a:r>
              <a:rPr lang="es-ES" sz="2500" u="sng" spc="-5" dirty="0" err="1">
                <a:latin typeface="+mj-lt"/>
                <a:cs typeface="Lucida Sans"/>
              </a:rPr>
              <a:t>Instructions</a:t>
            </a:r>
            <a:br>
              <a:rPr lang="es-ES" sz="2400" spc="-5" dirty="0">
                <a:latin typeface="+mj-lt"/>
                <a:cs typeface="Lucida Sans"/>
              </a:rPr>
            </a:br>
            <a:r>
              <a:rPr lang="es-ES" b="0" spc="-5" dirty="0">
                <a:latin typeface="+mj-lt"/>
                <a:cs typeface="Lucida Sans"/>
              </a:rPr>
              <a:t>General</a:t>
            </a:r>
            <a:endParaRPr sz="2400" b="0" dirty="0">
              <a:latin typeface="+mj-lt"/>
              <a:cs typeface="Lucida Sans"/>
            </a:endParaRPr>
          </a:p>
        </p:txBody>
      </p:sp>
      <p:pic>
        <p:nvPicPr>
          <p:cNvPr id="83" name="Gráfico 82">
            <a:extLst>
              <a:ext uri="{FF2B5EF4-FFF2-40B4-BE49-F238E27FC236}">
                <a16:creationId xmlns:a16="http://schemas.microsoft.com/office/drawing/2014/main" id="{E518E73B-CE22-A00C-9C86-634FB762EE69}"/>
              </a:ext>
            </a:extLst>
          </p:cNvPr>
          <p:cNvPicPr>
            <a:picLocks noChangeAspect="1"/>
          </p:cNvPicPr>
          <p:nvPr/>
        </p:nvPicPr>
        <p:blipFill>
          <a:blip>
            <a:extLst>
              <a:ext uri="{96DAC541-7B7A-43D3-8B79-37D633B846F1}">
                <asvg:svgBlip xmlns:asvg="http://schemas.microsoft.com/office/drawing/2016/SVG/main" r:embed="rId2"/>
              </a:ext>
            </a:extLst>
          </a:blip>
          <a:stretch>
            <a:fillRect/>
          </a:stretch>
        </p:blipFill>
        <p:spPr>
          <a:xfrm>
            <a:off x="5045006" y="6356057"/>
            <a:ext cx="6409575" cy="363174"/>
          </a:xfrm>
          <a:prstGeom prst="rect">
            <a:avLst/>
          </a:prstGeom>
        </p:spPr>
      </p:pic>
      <p:sp>
        <p:nvSpPr>
          <p:cNvPr id="84" name="Marcador de número de diapositiva 83">
            <a:extLst>
              <a:ext uri="{FF2B5EF4-FFF2-40B4-BE49-F238E27FC236}">
                <a16:creationId xmlns:a16="http://schemas.microsoft.com/office/drawing/2014/main" id="{1E163A6B-DFE4-C67D-5F3E-A56ACEF2EA4C}"/>
              </a:ext>
            </a:extLst>
          </p:cNvPr>
          <p:cNvSpPr>
            <a:spLocks noGrp="1"/>
          </p:cNvSpPr>
          <p:nvPr>
            <p:ph type="sldNum" sz="quarter" idx="7"/>
          </p:nvPr>
        </p:nvSpPr>
        <p:spPr/>
        <p:txBody>
          <a:bodyPr/>
          <a:lstStyle/>
          <a:p>
            <a:fld id="{B6F15528-21DE-4FAA-801E-634DDDAF4B2B}" type="slidenum">
              <a:rPr lang="es-ES" smtClean="0"/>
              <a:t>2</a:t>
            </a:fld>
            <a:endParaRPr lang="es-ES"/>
          </a:p>
        </p:txBody>
      </p:sp>
      <p:sp>
        <p:nvSpPr>
          <p:cNvPr id="3" name="Marcador de pie de página 2">
            <a:extLst>
              <a:ext uri="{FF2B5EF4-FFF2-40B4-BE49-F238E27FC236}">
                <a16:creationId xmlns:a16="http://schemas.microsoft.com/office/drawing/2014/main" id="{95FC84FF-30D3-FDAB-0A5A-0F07F8EE1161}"/>
              </a:ext>
            </a:extLst>
          </p:cNvPr>
          <p:cNvSpPr>
            <a:spLocks noGrp="1"/>
          </p:cNvSpPr>
          <p:nvPr>
            <p:ph type="ftr" sz="quarter" idx="5"/>
          </p:nvPr>
        </p:nvSpPr>
        <p:spPr/>
        <p:txBody>
          <a:bodyPr/>
          <a:lstStyle/>
          <a:p>
            <a:pPr marL="12700">
              <a:spcBef>
                <a:spcPts val="15"/>
              </a:spcBef>
            </a:pPr>
            <a:r>
              <a:rPr lang="es-ES" spc="-5"/>
              <a:t>LAB 4.0. LAYOUT</a:t>
            </a:r>
            <a:endParaRPr lang="es-ES" spc="-5" dirty="0"/>
          </a:p>
        </p:txBody>
      </p:sp>
      <p:sp>
        <p:nvSpPr>
          <p:cNvPr id="4" name="Marcador de texto 2">
            <a:extLst>
              <a:ext uri="{FF2B5EF4-FFF2-40B4-BE49-F238E27FC236}">
                <a16:creationId xmlns:a16="http://schemas.microsoft.com/office/drawing/2014/main" id="{9F7BC140-B3D8-C3CB-55AD-9064C7CDE9CA}"/>
              </a:ext>
            </a:extLst>
          </p:cNvPr>
          <p:cNvSpPr txBox="1">
            <a:spLocks/>
          </p:cNvSpPr>
          <p:nvPr/>
        </p:nvSpPr>
        <p:spPr>
          <a:xfrm>
            <a:off x="608011" y="1163263"/>
            <a:ext cx="11048999" cy="4958137"/>
          </a:xfrm>
          <a:prstGeom prst="rect">
            <a:avLst/>
          </a:prstGeom>
        </p:spPr>
        <p:txBody>
          <a:bodyPr>
            <a:normAutofit/>
          </a:bodyPr>
          <a:lstStyle>
            <a:lvl1pPr marL="0">
              <a:defRPr>
                <a:latin typeface="+mn-lt"/>
                <a:ea typeface="+mn-ea"/>
                <a:cs typeface="+mn-cs"/>
              </a:defRPr>
            </a:lvl1pPr>
            <a:lvl2pPr marL="457200">
              <a:defRPr>
                <a:latin typeface="+mn-lt"/>
                <a:ea typeface="+mn-ea"/>
                <a:cs typeface="+mn-cs"/>
              </a:defRPr>
            </a:lvl2pPr>
            <a:lvl3pPr marL="914400">
              <a:defRPr>
                <a:latin typeface="+mn-lt"/>
                <a:ea typeface="+mn-ea"/>
                <a:cs typeface="+mn-cs"/>
              </a:defRPr>
            </a:lvl3pPr>
            <a:lvl4pPr marL="1371600">
              <a:defRPr>
                <a:latin typeface="+mn-lt"/>
                <a:ea typeface="+mn-ea"/>
                <a:cs typeface="+mn-cs"/>
              </a:defRPr>
            </a:lvl4pPr>
            <a:lvl5pPr marL="1828800">
              <a:defRPr>
                <a:latin typeface="+mn-lt"/>
                <a:ea typeface="+mn-ea"/>
                <a:cs typeface="+mn-cs"/>
              </a:defRPr>
            </a:lvl5pPr>
            <a:lvl6pPr marL="2286000">
              <a:defRPr>
                <a:latin typeface="+mn-lt"/>
                <a:ea typeface="+mn-ea"/>
                <a:cs typeface="+mn-cs"/>
              </a:defRPr>
            </a:lvl6pPr>
            <a:lvl7pPr marL="2743200">
              <a:defRPr>
                <a:latin typeface="+mn-lt"/>
                <a:ea typeface="+mn-ea"/>
                <a:cs typeface="+mn-cs"/>
              </a:defRPr>
            </a:lvl7pPr>
            <a:lvl8pPr marL="3200400">
              <a:defRPr>
                <a:latin typeface="+mn-lt"/>
                <a:ea typeface="+mn-ea"/>
                <a:cs typeface="+mn-cs"/>
              </a:defRPr>
            </a:lvl8pPr>
            <a:lvl9pPr marL="3657600">
              <a:defRPr>
                <a:latin typeface="+mn-lt"/>
                <a:ea typeface="+mn-ea"/>
                <a:cs typeface="+mn-cs"/>
              </a:defRPr>
            </a:lvl9pPr>
          </a:lstStyle>
          <a:p>
            <a:pPr algn="just"/>
            <a:r>
              <a:rPr lang="en-US" sz="2000" b="1" kern="0" dirty="0">
                <a:solidFill>
                  <a:sysClr val="windowText" lastClr="000000"/>
                </a:solidFill>
                <a:sym typeface="Wingdings" pitchFamily="2" charset="2"/>
              </a:rPr>
              <a:t>SCRIPTS</a:t>
            </a:r>
          </a:p>
          <a:p>
            <a:pPr marL="342900" indent="-342900" algn="just">
              <a:buFont typeface="Arial" panose="020B0604020202020204" pitchFamily="34" charset="0"/>
              <a:buChar char="•"/>
            </a:pPr>
            <a:r>
              <a:rPr lang="en-US" kern="0" dirty="0">
                <a:solidFill>
                  <a:sysClr val="windowText" lastClr="000000"/>
                </a:solidFill>
                <a:sym typeface="Wingdings" pitchFamily="2" charset="2"/>
              </a:rPr>
              <a:t>From 	GitHub  </a:t>
            </a:r>
          </a:p>
          <a:p>
            <a:pPr marL="800100" lvl="1" indent="-342900" algn="just">
              <a:buFont typeface="Arial" panose="020B0604020202020204" pitchFamily="34" charset="0"/>
              <a:buChar char="•"/>
            </a:pPr>
            <a:r>
              <a:rPr lang="en-US" kern="0" dirty="0">
                <a:solidFill>
                  <a:sysClr val="windowText" lastClr="000000"/>
                </a:solidFill>
                <a:sym typeface="Wingdings" pitchFamily="2" charset="2"/>
              </a:rPr>
              <a:t>Fork the repo: </a:t>
            </a:r>
            <a:r>
              <a:rPr lang="en-US" kern="0" dirty="0">
                <a:solidFill>
                  <a:sysClr val="windowText" lastClr="000000"/>
                </a:solidFill>
                <a:sym typeface="Wingdings" pitchFamily="2" charset="2"/>
                <a:hlinkClick r:id="rId3"/>
              </a:rPr>
              <a:t>https://github.com/pascualmunoz/cifoin-lab4.git</a:t>
            </a:r>
            <a:endParaRPr lang="en-US" kern="0" dirty="0">
              <a:solidFill>
                <a:sysClr val="windowText" lastClr="000000"/>
              </a:solidFill>
              <a:sym typeface="Wingdings" pitchFamily="2" charset="2"/>
            </a:endParaRPr>
          </a:p>
          <a:p>
            <a:pPr marL="800100" lvl="1" indent="-342900" algn="just">
              <a:buFont typeface="Arial" panose="020B0604020202020204" pitchFamily="34" charset="0"/>
              <a:buChar char="•"/>
            </a:pPr>
            <a:r>
              <a:rPr lang="en-US" kern="0" dirty="0">
                <a:solidFill>
                  <a:sysClr val="windowText" lastClr="000000"/>
                </a:solidFill>
                <a:sym typeface="Wingdings" pitchFamily="2" charset="2"/>
              </a:rPr>
              <a:t>Clone the repo using </a:t>
            </a:r>
            <a:r>
              <a:rPr lang="en-US" kern="0" dirty="0" err="1">
                <a:solidFill>
                  <a:sysClr val="windowText" lastClr="000000"/>
                </a:solidFill>
                <a:sym typeface="Wingdings" pitchFamily="2" charset="2"/>
              </a:rPr>
              <a:t>VSCode</a:t>
            </a:r>
            <a:endParaRPr lang="en-US" kern="0" dirty="0">
              <a:solidFill>
                <a:sysClr val="windowText" lastClr="000000"/>
              </a:solidFill>
              <a:sym typeface="Wingdings" pitchFamily="2" charset="2"/>
            </a:endParaRPr>
          </a:p>
          <a:p>
            <a:pPr marL="800100" lvl="1" indent="-342900" algn="just">
              <a:buFont typeface="Arial" panose="020B0604020202020204" pitchFamily="34" charset="0"/>
              <a:buChar char="•"/>
            </a:pPr>
            <a:r>
              <a:rPr lang="en-US" kern="0" dirty="0">
                <a:solidFill>
                  <a:sysClr val="windowText" lastClr="000000"/>
                </a:solidFill>
                <a:sym typeface="Wingdings" pitchFamily="2" charset="2"/>
              </a:rPr>
              <a:t>Open folder / repo in </a:t>
            </a:r>
            <a:r>
              <a:rPr lang="en-US" kern="0" dirty="0" err="1">
                <a:solidFill>
                  <a:sysClr val="windowText" lastClr="000000"/>
                </a:solidFill>
                <a:sym typeface="Wingdings" pitchFamily="2" charset="2"/>
              </a:rPr>
              <a:t>VSCode</a:t>
            </a:r>
            <a:endParaRPr lang="en-US" kern="0" dirty="0">
              <a:solidFill>
                <a:sysClr val="windowText" lastClr="000000"/>
              </a:solidFill>
              <a:sym typeface="Wingdings" pitchFamily="2" charset="2"/>
            </a:endParaRPr>
          </a:p>
          <a:p>
            <a:pPr marL="800100" lvl="1" indent="-342900" algn="just">
              <a:buFont typeface="Arial" panose="020B0604020202020204" pitchFamily="34" charset="0"/>
              <a:buChar char="•"/>
            </a:pPr>
            <a:r>
              <a:rPr lang="en-US" kern="0" dirty="0">
                <a:solidFill>
                  <a:sysClr val="windowText" lastClr="000000"/>
                </a:solidFill>
                <a:sym typeface="Wingdings" pitchFamily="2" charset="2"/>
              </a:rPr>
              <a:t>Open terminal: </a:t>
            </a:r>
            <a:r>
              <a:rPr lang="en-US" kern="0" dirty="0" err="1">
                <a:solidFill>
                  <a:sysClr val="windowText" lastClr="000000"/>
                </a:solidFill>
                <a:sym typeface="Wingdings" pitchFamily="2" charset="2"/>
              </a:rPr>
              <a:t>uv</a:t>
            </a:r>
            <a:r>
              <a:rPr lang="en-US" kern="0" dirty="0">
                <a:solidFill>
                  <a:sysClr val="windowText" lastClr="000000"/>
                </a:solidFill>
                <a:sym typeface="Wingdings" pitchFamily="2" charset="2"/>
              </a:rPr>
              <a:t> sync</a:t>
            </a:r>
          </a:p>
          <a:p>
            <a:pPr marL="342900" indent="-342900" algn="just">
              <a:buFont typeface="Arial" panose="020B0604020202020204" pitchFamily="34" charset="0"/>
              <a:buChar char="•"/>
            </a:pPr>
            <a:r>
              <a:rPr lang="en-US" kern="0" dirty="0">
                <a:solidFill>
                  <a:sysClr val="windowText" lastClr="000000"/>
                </a:solidFill>
              </a:rPr>
              <a:t>Run the </a:t>
            </a:r>
            <a:r>
              <a:rPr lang="en-US" kern="0" dirty="0" err="1">
                <a:solidFill>
                  <a:sysClr val="windowText" lastClr="000000"/>
                </a:solidFill>
              </a:rPr>
              <a:t>Jupyter</a:t>
            </a:r>
            <a:r>
              <a:rPr lang="en-US" kern="0" dirty="0">
                <a:solidFill>
                  <a:sysClr val="windowText" lastClr="000000"/>
                </a:solidFill>
              </a:rPr>
              <a:t> Notebook: </a:t>
            </a:r>
          </a:p>
          <a:p>
            <a:pPr marL="800100" lvl="1" indent="-342900" algn="just">
              <a:buFont typeface="Arial" panose="020B0604020202020204" pitchFamily="34" charset="0"/>
              <a:buChar char="•"/>
            </a:pPr>
            <a:r>
              <a:rPr lang="en-US" kern="0" dirty="0" err="1">
                <a:solidFill>
                  <a:sysClr val="windowText" lastClr="000000"/>
                </a:solidFill>
              </a:rPr>
              <a:t>LAYOUT_STUDENT.ipynb</a:t>
            </a:r>
            <a:r>
              <a:rPr lang="en-US" kern="0" dirty="0">
                <a:solidFill>
                  <a:sysClr val="windowText" lastClr="000000"/>
                </a:solidFill>
              </a:rPr>
              <a:t> </a:t>
            </a:r>
          </a:p>
          <a:p>
            <a:pPr marL="342900" indent="-342900" algn="just">
              <a:buFont typeface="Arial" panose="020B0604020202020204" pitchFamily="34" charset="0"/>
              <a:buChar char="•"/>
            </a:pPr>
            <a:endParaRPr lang="en-US" kern="0" dirty="0">
              <a:solidFill>
                <a:sysClr val="windowText" lastClr="000000"/>
              </a:solidFill>
            </a:endParaRPr>
          </a:p>
          <a:p>
            <a:pPr marL="342900" indent="-342900" algn="just">
              <a:buFont typeface="Arial" panose="020B0604020202020204" pitchFamily="34" charset="0"/>
              <a:buChar char="•"/>
            </a:pPr>
            <a:r>
              <a:rPr lang="en-US" b="1" kern="0" dirty="0">
                <a:solidFill>
                  <a:srgbClr val="FF0000"/>
                </a:solidFill>
              </a:rPr>
              <a:t>Points</a:t>
            </a:r>
          </a:p>
          <a:p>
            <a:pPr marL="800100" lvl="1" indent="-342900" algn="just">
              <a:buFont typeface="Arial" panose="020B0604020202020204" pitchFamily="34" charset="0"/>
              <a:buChar char="•"/>
            </a:pPr>
            <a:r>
              <a:rPr lang="en-US" b="1" kern="0" dirty="0">
                <a:solidFill>
                  <a:srgbClr val="FF0000"/>
                </a:solidFill>
              </a:rPr>
              <a:t>LO1: 3 points</a:t>
            </a:r>
          </a:p>
          <a:p>
            <a:pPr marL="800100" lvl="1" indent="-342900" algn="just">
              <a:buFont typeface="Arial" panose="020B0604020202020204" pitchFamily="34" charset="0"/>
              <a:buChar char="•"/>
            </a:pPr>
            <a:r>
              <a:rPr lang="en-US" b="1" kern="0" dirty="0">
                <a:solidFill>
                  <a:srgbClr val="FF0000"/>
                </a:solidFill>
              </a:rPr>
              <a:t>LO2: 3 points</a:t>
            </a:r>
          </a:p>
          <a:p>
            <a:pPr marL="800100" lvl="1" indent="-342900" algn="just">
              <a:buFont typeface="Arial" panose="020B0604020202020204" pitchFamily="34" charset="0"/>
              <a:buChar char="•"/>
            </a:pPr>
            <a:r>
              <a:rPr lang="en-US" b="1" kern="0" dirty="0">
                <a:solidFill>
                  <a:srgbClr val="FF0000"/>
                </a:solidFill>
              </a:rPr>
              <a:t>LO3: 1 points</a:t>
            </a:r>
          </a:p>
          <a:p>
            <a:pPr marL="800100" lvl="1" indent="-342900" algn="just">
              <a:buFont typeface="Arial" panose="020B0604020202020204" pitchFamily="34" charset="0"/>
              <a:buChar char="•"/>
            </a:pPr>
            <a:r>
              <a:rPr lang="en-US" b="1" kern="0" dirty="0">
                <a:solidFill>
                  <a:srgbClr val="FF0000"/>
                </a:solidFill>
              </a:rPr>
              <a:t>LO4: 3 points</a:t>
            </a:r>
          </a:p>
          <a:p>
            <a:pPr algn="just"/>
            <a:endParaRPr lang="en-US" b="1" i="1" dirty="0"/>
          </a:p>
          <a:p>
            <a:pPr algn="just"/>
            <a:endParaRPr lang="en-US" sz="2000" b="1" i="1" dirty="0"/>
          </a:p>
          <a:p>
            <a:pPr algn="just"/>
            <a:endParaRPr lang="en-US" sz="2000" kern="0" dirty="0">
              <a:solidFill>
                <a:sysClr val="windowText" lastClr="000000"/>
              </a:solidFill>
            </a:endParaRPr>
          </a:p>
        </p:txBody>
      </p:sp>
    </p:spTree>
    <p:extLst>
      <p:ext uri="{BB962C8B-B14F-4D97-AF65-F5344CB8AC3E}">
        <p14:creationId xmlns:p14="http://schemas.microsoft.com/office/powerpoint/2010/main" val="560234623"/>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E80DA9C-35AF-A1D7-01E5-BFD9DEF1550F}"/>
            </a:ext>
          </a:extLst>
        </p:cNvPr>
        <p:cNvGrpSpPr/>
        <p:nvPr/>
      </p:nvGrpSpPr>
      <p:grpSpPr>
        <a:xfrm>
          <a:off x="0" y="0"/>
          <a:ext cx="0" cy="0"/>
          <a:chOff x="0" y="0"/>
          <a:chExt cx="0" cy="0"/>
        </a:xfrm>
      </p:grpSpPr>
      <p:sp>
        <p:nvSpPr>
          <p:cNvPr id="16" name="object 16">
            <a:extLst>
              <a:ext uri="{FF2B5EF4-FFF2-40B4-BE49-F238E27FC236}">
                <a16:creationId xmlns:a16="http://schemas.microsoft.com/office/drawing/2014/main" id="{471E1424-6C4B-2D9A-1352-30AFB987AD41}"/>
              </a:ext>
            </a:extLst>
          </p:cNvPr>
          <p:cNvSpPr txBox="1">
            <a:spLocks noGrp="1"/>
          </p:cNvSpPr>
          <p:nvPr>
            <p:ph type="title"/>
          </p:nvPr>
        </p:nvSpPr>
        <p:spPr>
          <a:xfrm>
            <a:off x="685800" y="408883"/>
            <a:ext cx="10994410" cy="705321"/>
          </a:xfrm>
          <a:prstGeom prst="rect">
            <a:avLst/>
          </a:prstGeom>
        </p:spPr>
        <p:txBody>
          <a:bodyPr vert="horz" wrap="square" lIns="0" tIns="12700" rIns="0" bIns="0" rtlCol="0">
            <a:spAutoFit/>
          </a:bodyPr>
          <a:lstStyle/>
          <a:p>
            <a:pPr marL="12700">
              <a:lnSpc>
                <a:spcPct val="100000"/>
              </a:lnSpc>
              <a:spcBef>
                <a:spcPts val="100"/>
              </a:spcBef>
            </a:pPr>
            <a:r>
              <a:rPr lang="en-US" sz="2500" dirty="0"/>
              <a:t>Learning outcome #1a – Notebook section 1. Technology</a:t>
            </a:r>
            <a:br>
              <a:rPr lang="es-ES" sz="2500" spc="-5" dirty="0">
                <a:latin typeface="+mj-lt"/>
                <a:cs typeface="Lucida Sans"/>
              </a:rPr>
            </a:br>
            <a:r>
              <a:rPr lang="es-ES" b="0" i="1" spc="-5" dirty="0">
                <a:latin typeface="+mj-lt"/>
              </a:rPr>
              <a:t>“</a:t>
            </a:r>
            <a:r>
              <a:rPr lang="es-ES" b="0" i="1" spc="-5" dirty="0" err="1">
                <a:latin typeface="+mj-lt"/>
              </a:rPr>
              <a:t>We</a:t>
            </a:r>
            <a:r>
              <a:rPr lang="es-ES" b="0" i="1" spc="-5" dirty="0">
                <a:latin typeface="+mj-lt"/>
              </a:rPr>
              <a:t> </a:t>
            </a:r>
            <a:r>
              <a:rPr lang="es-ES" b="0" i="1" spc="-5" dirty="0" err="1">
                <a:latin typeface="+mj-lt"/>
              </a:rPr>
              <a:t>will</a:t>
            </a:r>
            <a:r>
              <a:rPr lang="es-ES" b="0" i="1" spc="-5" dirty="0">
                <a:latin typeface="+mj-lt"/>
              </a:rPr>
              <a:t> </a:t>
            </a:r>
            <a:r>
              <a:rPr lang="es-ES" b="0" i="1" spc="-5" dirty="0" err="1">
                <a:latin typeface="+mj-lt"/>
              </a:rPr>
              <a:t>work</a:t>
            </a:r>
            <a:r>
              <a:rPr lang="es-ES" b="0" i="1" spc="-5" dirty="0">
                <a:latin typeface="+mj-lt"/>
                <a:cs typeface="Lucida Sans"/>
              </a:rPr>
              <a:t> </a:t>
            </a:r>
            <a:r>
              <a:rPr lang="es-ES" b="0" i="1" spc="-5" dirty="0" err="1">
                <a:latin typeface="+mj-lt"/>
                <a:cs typeface="Lucida Sans"/>
              </a:rPr>
              <a:t>with</a:t>
            </a:r>
            <a:r>
              <a:rPr lang="es-ES" b="0" i="1" spc="-5" dirty="0">
                <a:latin typeface="+mj-lt"/>
                <a:cs typeface="Lucida Sans"/>
              </a:rPr>
              <a:t> </a:t>
            </a:r>
            <a:r>
              <a:rPr lang="es-ES" b="0" i="1" spc="-5" dirty="0" err="1">
                <a:latin typeface="+mj-lt"/>
                <a:cs typeface="Lucida Sans"/>
              </a:rPr>
              <a:t>the</a:t>
            </a:r>
            <a:r>
              <a:rPr lang="es-ES" b="0" i="1" spc="-5" dirty="0">
                <a:latin typeface="+mj-lt"/>
                <a:cs typeface="Lucida Sans"/>
              </a:rPr>
              <a:t> demo UPVfab PDK. </a:t>
            </a:r>
            <a:r>
              <a:rPr lang="es-ES" b="0" i="1" spc="-5" dirty="0" err="1">
                <a:latin typeface="+mj-lt"/>
                <a:cs typeface="Lucida Sans"/>
              </a:rPr>
              <a:t>Let's</a:t>
            </a:r>
            <a:r>
              <a:rPr lang="es-ES" b="0" i="1" spc="-5" dirty="0">
                <a:latin typeface="+mj-lt"/>
                <a:cs typeface="Lucida Sans"/>
              </a:rPr>
              <a:t> </a:t>
            </a:r>
            <a:r>
              <a:rPr lang="es-ES" b="0" i="1" spc="-5" dirty="0" err="1">
                <a:latin typeface="+mj-lt"/>
                <a:cs typeface="Lucida Sans"/>
              </a:rPr>
              <a:t>view</a:t>
            </a:r>
            <a:r>
              <a:rPr lang="es-ES" b="0" i="1" spc="-5" dirty="0">
                <a:latin typeface="+mj-lt"/>
                <a:cs typeface="Lucida Sans"/>
              </a:rPr>
              <a:t> </a:t>
            </a:r>
            <a:r>
              <a:rPr lang="es-ES" b="0" i="1" spc="-5" dirty="0" err="1">
                <a:latin typeface="+mj-lt"/>
                <a:cs typeface="Lucida Sans"/>
              </a:rPr>
              <a:t>the</a:t>
            </a:r>
            <a:r>
              <a:rPr lang="es-ES" b="0" i="1" spc="-5" dirty="0">
                <a:latin typeface="+mj-lt"/>
                <a:cs typeface="Lucida Sans"/>
              </a:rPr>
              <a:t> </a:t>
            </a:r>
            <a:r>
              <a:rPr lang="es-ES" b="0" i="1" spc="-5" dirty="0" err="1">
                <a:latin typeface="+mj-lt"/>
                <a:cs typeface="Lucida Sans"/>
              </a:rPr>
              <a:t>layer</a:t>
            </a:r>
            <a:r>
              <a:rPr lang="es-ES" b="0" i="1" spc="-5" dirty="0">
                <a:latin typeface="+mj-lt"/>
                <a:cs typeface="Lucida Sans"/>
              </a:rPr>
              <a:t> </a:t>
            </a:r>
            <a:r>
              <a:rPr lang="es-ES" b="0" i="1" spc="-5" dirty="0" err="1">
                <a:latin typeface="+mj-lt"/>
                <a:cs typeface="Lucida Sans"/>
              </a:rPr>
              <a:t>distribution</a:t>
            </a:r>
            <a:r>
              <a:rPr lang="es-ES" b="0" i="1" spc="-5" dirty="0">
                <a:latin typeface="+mj-lt"/>
                <a:cs typeface="Lucida Sans"/>
              </a:rPr>
              <a:t> </a:t>
            </a:r>
            <a:r>
              <a:rPr lang="es-ES" b="0" i="1" spc="-5" dirty="0" err="1">
                <a:latin typeface="+mj-lt"/>
                <a:cs typeface="Lucida Sans"/>
              </a:rPr>
              <a:t>of</a:t>
            </a:r>
            <a:r>
              <a:rPr lang="es-ES" b="0" i="1" spc="-5" dirty="0">
                <a:latin typeface="+mj-lt"/>
                <a:cs typeface="Lucida Sans"/>
              </a:rPr>
              <a:t> </a:t>
            </a:r>
            <a:r>
              <a:rPr lang="es-ES" b="0" i="1" spc="-5" dirty="0" err="1">
                <a:latin typeface="+mj-lt"/>
                <a:cs typeface="Lucida Sans"/>
              </a:rPr>
              <a:t>this</a:t>
            </a:r>
            <a:r>
              <a:rPr lang="es-ES" b="0" i="1" spc="-5" dirty="0">
                <a:latin typeface="+mj-lt"/>
                <a:cs typeface="Lucida Sans"/>
              </a:rPr>
              <a:t> PDK”</a:t>
            </a:r>
            <a:endParaRPr sz="2500" b="0" i="1" dirty="0">
              <a:latin typeface="+mj-lt"/>
              <a:cs typeface="Lucida Sans"/>
            </a:endParaRPr>
          </a:p>
        </p:txBody>
      </p:sp>
      <p:pic>
        <p:nvPicPr>
          <p:cNvPr id="83" name="Gráfico 82">
            <a:extLst>
              <a:ext uri="{FF2B5EF4-FFF2-40B4-BE49-F238E27FC236}">
                <a16:creationId xmlns:a16="http://schemas.microsoft.com/office/drawing/2014/main" id="{9DCFD462-4416-65F8-5696-B0135B632765}"/>
              </a:ext>
            </a:extLst>
          </p:cNvPr>
          <p:cNvPicPr>
            <a:picLocks noChangeAspect="1"/>
          </p:cNvPicPr>
          <p:nvPr/>
        </p:nvPicPr>
        <p:blipFill>
          <a:blip>
            <a:extLst>
              <a:ext uri="{96DAC541-7B7A-43D3-8B79-37D633B846F1}">
                <asvg:svgBlip xmlns:asvg="http://schemas.microsoft.com/office/drawing/2016/SVG/main" r:embed="rId3"/>
              </a:ext>
            </a:extLst>
          </a:blip>
          <a:stretch>
            <a:fillRect/>
          </a:stretch>
        </p:blipFill>
        <p:spPr>
          <a:xfrm>
            <a:off x="5045006" y="6356057"/>
            <a:ext cx="6409575" cy="363174"/>
          </a:xfrm>
          <a:prstGeom prst="rect">
            <a:avLst/>
          </a:prstGeom>
        </p:spPr>
      </p:pic>
      <p:sp>
        <p:nvSpPr>
          <p:cNvPr id="84" name="Marcador de número de diapositiva 83">
            <a:extLst>
              <a:ext uri="{FF2B5EF4-FFF2-40B4-BE49-F238E27FC236}">
                <a16:creationId xmlns:a16="http://schemas.microsoft.com/office/drawing/2014/main" id="{293F5C1D-AFFF-4EA6-CA59-6503F34EBF5F}"/>
              </a:ext>
            </a:extLst>
          </p:cNvPr>
          <p:cNvSpPr>
            <a:spLocks noGrp="1"/>
          </p:cNvSpPr>
          <p:nvPr>
            <p:ph type="sldNum" sz="quarter" idx="7"/>
          </p:nvPr>
        </p:nvSpPr>
        <p:spPr/>
        <p:txBody>
          <a:bodyPr/>
          <a:lstStyle/>
          <a:p>
            <a:fld id="{B6F15528-21DE-4FAA-801E-634DDDAF4B2B}" type="slidenum">
              <a:rPr lang="es-ES" smtClean="0"/>
              <a:t>3</a:t>
            </a:fld>
            <a:endParaRPr lang="es-ES"/>
          </a:p>
        </p:txBody>
      </p:sp>
      <p:sp>
        <p:nvSpPr>
          <p:cNvPr id="3" name="Marcador de pie de página 2">
            <a:extLst>
              <a:ext uri="{FF2B5EF4-FFF2-40B4-BE49-F238E27FC236}">
                <a16:creationId xmlns:a16="http://schemas.microsoft.com/office/drawing/2014/main" id="{34F13AC1-9668-7266-DF5B-D7CE084AB044}"/>
              </a:ext>
            </a:extLst>
          </p:cNvPr>
          <p:cNvSpPr>
            <a:spLocks noGrp="1"/>
          </p:cNvSpPr>
          <p:nvPr>
            <p:ph type="ftr" sz="quarter" idx="5"/>
          </p:nvPr>
        </p:nvSpPr>
        <p:spPr/>
        <p:txBody>
          <a:bodyPr/>
          <a:lstStyle/>
          <a:p>
            <a:pPr marL="12700">
              <a:spcBef>
                <a:spcPts val="15"/>
              </a:spcBef>
            </a:pPr>
            <a:r>
              <a:rPr lang="es-ES" spc="-5"/>
              <a:t>LAB 4.0. LAYOUT</a:t>
            </a:r>
            <a:endParaRPr lang="es-ES" spc="-5" dirty="0"/>
          </a:p>
        </p:txBody>
      </p:sp>
      <p:sp>
        <p:nvSpPr>
          <p:cNvPr id="2" name="CuadroTexto 1">
            <a:extLst>
              <a:ext uri="{FF2B5EF4-FFF2-40B4-BE49-F238E27FC236}">
                <a16:creationId xmlns:a16="http://schemas.microsoft.com/office/drawing/2014/main" id="{D0F8CF3B-B920-DBFC-F825-0C87B51EADA7}"/>
              </a:ext>
            </a:extLst>
          </p:cNvPr>
          <p:cNvSpPr txBox="1"/>
          <p:nvPr/>
        </p:nvSpPr>
        <p:spPr>
          <a:xfrm>
            <a:off x="609441" y="4860334"/>
            <a:ext cx="11199971" cy="1569660"/>
          </a:xfrm>
          <a:prstGeom prst="rect">
            <a:avLst/>
          </a:prstGeom>
          <a:solidFill>
            <a:schemeClr val="bg1">
              <a:lumMod val="95000"/>
            </a:schemeClr>
          </a:solidFill>
          <a:ln w="28575">
            <a:solidFill>
              <a:srgbClr val="E0700D"/>
            </a:solidFill>
          </a:ln>
        </p:spPr>
        <p:txBody>
          <a:bodyPr wrap="square" rtlCol="0">
            <a:spAutoFit/>
          </a:bodyPr>
          <a:lstStyle/>
          <a:p>
            <a:pPr algn="just"/>
            <a:r>
              <a:rPr lang="en-US" sz="1200" dirty="0">
                <a:latin typeface="Arial" panose="020B0604020202020204" pitchFamily="34" charset="0"/>
                <a:cs typeface="Arial" panose="020B0604020202020204" pitchFamily="34" charset="0"/>
              </a:rPr>
              <a:t>Un PDK es </a:t>
            </a:r>
            <a:r>
              <a:rPr lang="en-US" sz="1200" dirty="0" err="1">
                <a:latin typeface="Arial" panose="020B0604020202020204" pitchFamily="34" charset="0"/>
                <a:cs typeface="Arial" panose="020B0604020202020204" pitchFamily="34" charset="0"/>
              </a:rPr>
              <a:t>el</a:t>
            </a:r>
            <a:r>
              <a:rPr lang="en-US" sz="1200" dirty="0">
                <a:latin typeface="Arial" panose="020B0604020202020204" pitchFamily="34" charset="0"/>
                <a:cs typeface="Arial" panose="020B0604020202020204" pitchFamily="34" charset="0"/>
              </a:rPr>
              <a:t> conjunto de </a:t>
            </a:r>
            <a:r>
              <a:rPr lang="en-US" sz="1200" dirty="0" err="1">
                <a:latin typeface="Arial" panose="020B0604020202020204" pitchFamily="34" charset="0"/>
                <a:cs typeface="Arial" panose="020B0604020202020204" pitchFamily="34" charset="0"/>
              </a:rPr>
              <a:t>reglas</a:t>
            </a:r>
            <a:r>
              <a:rPr lang="en-US" sz="1200" dirty="0">
                <a:latin typeface="Arial" panose="020B0604020202020204" pitchFamily="34" charset="0"/>
                <a:cs typeface="Arial" panose="020B0604020202020204" pitchFamily="34" charset="0"/>
              </a:rPr>
              <a:t>, </a:t>
            </a:r>
            <a:r>
              <a:rPr lang="en-US" sz="1200" dirty="0" err="1">
                <a:latin typeface="Arial" panose="020B0604020202020204" pitchFamily="34" charset="0"/>
                <a:cs typeface="Arial" panose="020B0604020202020204" pitchFamily="34" charset="0"/>
              </a:rPr>
              <a:t>capas</a:t>
            </a:r>
            <a:r>
              <a:rPr lang="en-US" sz="1200" dirty="0">
                <a:latin typeface="Arial" panose="020B0604020202020204" pitchFamily="34" charset="0"/>
                <a:cs typeface="Arial" panose="020B0604020202020204" pitchFamily="34" charset="0"/>
              </a:rPr>
              <a:t> y </a:t>
            </a:r>
            <a:r>
              <a:rPr lang="en-US" sz="1200" dirty="0" err="1">
                <a:latin typeface="Arial" panose="020B0604020202020204" pitchFamily="34" charset="0"/>
                <a:cs typeface="Arial" panose="020B0604020202020204" pitchFamily="34" charset="0"/>
              </a:rPr>
              <a:t>elementos</a:t>
            </a:r>
            <a:r>
              <a:rPr lang="en-US" sz="1200" dirty="0">
                <a:latin typeface="Arial" panose="020B0604020202020204" pitchFamily="34" charset="0"/>
                <a:cs typeface="Arial" panose="020B0604020202020204" pitchFamily="34" charset="0"/>
              </a:rPr>
              <a:t> </a:t>
            </a:r>
            <a:r>
              <a:rPr lang="en-US" sz="1200" dirty="0" err="1">
                <a:latin typeface="Arial" panose="020B0604020202020204" pitchFamily="34" charset="0"/>
                <a:cs typeface="Arial" panose="020B0604020202020204" pitchFamily="34" charset="0"/>
              </a:rPr>
              <a:t>que</a:t>
            </a:r>
            <a:r>
              <a:rPr lang="en-US" sz="1200" dirty="0">
                <a:latin typeface="Arial" panose="020B0604020202020204" pitchFamily="34" charset="0"/>
                <a:cs typeface="Arial" panose="020B0604020202020204" pitchFamily="34" charset="0"/>
              </a:rPr>
              <a:t> </a:t>
            </a:r>
            <a:r>
              <a:rPr lang="en-US" sz="1200" dirty="0" err="1">
                <a:latin typeface="Arial" panose="020B0604020202020204" pitchFamily="34" charset="0"/>
                <a:cs typeface="Arial" panose="020B0604020202020204" pitchFamily="34" charset="0"/>
              </a:rPr>
              <a:t>definen</a:t>
            </a:r>
            <a:r>
              <a:rPr lang="en-US" sz="1200" dirty="0">
                <a:latin typeface="Arial" panose="020B0604020202020204" pitchFamily="34" charset="0"/>
                <a:cs typeface="Arial" panose="020B0604020202020204" pitchFamily="34" charset="0"/>
              </a:rPr>
              <a:t> </a:t>
            </a:r>
            <a:r>
              <a:rPr lang="en-US" sz="1200" dirty="0" err="1">
                <a:latin typeface="Arial" panose="020B0604020202020204" pitchFamily="34" charset="0"/>
                <a:cs typeface="Arial" panose="020B0604020202020204" pitchFamily="34" charset="0"/>
              </a:rPr>
              <a:t>cómo</a:t>
            </a:r>
            <a:r>
              <a:rPr lang="en-US" sz="1200" dirty="0">
                <a:latin typeface="Arial" panose="020B0604020202020204" pitchFamily="34" charset="0"/>
                <a:cs typeface="Arial" panose="020B0604020202020204" pitchFamily="34" charset="0"/>
              </a:rPr>
              <a:t> </a:t>
            </a:r>
            <a:r>
              <a:rPr lang="en-US" sz="1200" dirty="0" err="1">
                <a:latin typeface="Arial" panose="020B0604020202020204" pitchFamily="34" charset="0"/>
                <a:cs typeface="Arial" panose="020B0604020202020204" pitchFamily="34" charset="0"/>
              </a:rPr>
              <a:t>debe</a:t>
            </a:r>
            <a:r>
              <a:rPr lang="en-US" sz="1200" dirty="0">
                <a:latin typeface="Arial" panose="020B0604020202020204" pitchFamily="34" charset="0"/>
                <a:cs typeface="Arial" panose="020B0604020202020204" pitchFamily="34" charset="0"/>
              </a:rPr>
              <a:t> </a:t>
            </a:r>
            <a:r>
              <a:rPr lang="en-US" sz="1200" dirty="0" err="1">
                <a:latin typeface="Arial" panose="020B0604020202020204" pitchFamily="34" charset="0"/>
                <a:cs typeface="Arial" panose="020B0604020202020204" pitchFamily="34" charset="0"/>
              </a:rPr>
              <a:t>dibujarse</a:t>
            </a:r>
            <a:r>
              <a:rPr lang="en-US" sz="1200" dirty="0">
                <a:latin typeface="Arial" panose="020B0604020202020204" pitchFamily="34" charset="0"/>
                <a:cs typeface="Arial" panose="020B0604020202020204" pitchFamily="34" charset="0"/>
              </a:rPr>
              <a:t> un </a:t>
            </a:r>
            <a:r>
              <a:rPr lang="en-US" sz="1200" dirty="0" err="1">
                <a:latin typeface="Arial" panose="020B0604020202020204" pitchFamily="34" charset="0"/>
                <a:cs typeface="Arial" panose="020B0604020202020204" pitchFamily="34" charset="0"/>
              </a:rPr>
              <a:t>circuito</a:t>
            </a:r>
            <a:r>
              <a:rPr lang="en-US" sz="1200" dirty="0">
                <a:latin typeface="Arial" panose="020B0604020202020204" pitchFamily="34" charset="0"/>
                <a:cs typeface="Arial" panose="020B0604020202020204" pitchFamily="34" charset="0"/>
              </a:rPr>
              <a:t> </a:t>
            </a:r>
            <a:r>
              <a:rPr lang="en-US" sz="1200" dirty="0" err="1">
                <a:latin typeface="Arial" panose="020B0604020202020204" pitchFamily="34" charset="0"/>
                <a:cs typeface="Arial" panose="020B0604020202020204" pitchFamily="34" charset="0"/>
              </a:rPr>
              <a:t>fotónico</a:t>
            </a:r>
            <a:r>
              <a:rPr lang="en-US" sz="1200" dirty="0">
                <a:latin typeface="Arial" panose="020B0604020202020204" pitchFamily="34" charset="0"/>
                <a:cs typeface="Arial" panose="020B0604020202020204" pitchFamily="34" charset="0"/>
              </a:rPr>
              <a:t> para </a:t>
            </a:r>
            <a:r>
              <a:rPr lang="en-US" sz="1200" dirty="0" err="1">
                <a:latin typeface="Arial" panose="020B0604020202020204" pitchFamily="34" charset="0"/>
                <a:cs typeface="Arial" panose="020B0604020202020204" pitchFamily="34" charset="0"/>
              </a:rPr>
              <a:t>que</a:t>
            </a:r>
            <a:r>
              <a:rPr lang="en-US" sz="1200" dirty="0">
                <a:latin typeface="Arial" panose="020B0604020202020204" pitchFamily="34" charset="0"/>
                <a:cs typeface="Arial" panose="020B0604020202020204" pitchFamily="34" charset="0"/>
              </a:rPr>
              <a:t> sea compatible con un </a:t>
            </a:r>
            <a:r>
              <a:rPr lang="en-US" sz="1200" dirty="0" err="1">
                <a:latin typeface="Arial" panose="020B0604020202020204" pitchFamily="34" charset="0"/>
                <a:cs typeface="Arial" panose="020B0604020202020204" pitchFamily="34" charset="0"/>
              </a:rPr>
              <a:t>proceso</a:t>
            </a:r>
            <a:r>
              <a:rPr lang="en-US" sz="1200" dirty="0">
                <a:latin typeface="Arial" panose="020B0604020202020204" pitchFamily="34" charset="0"/>
                <a:cs typeface="Arial" panose="020B0604020202020204" pitchFamily="34" charset="0"/>
              </a:rPr>
              <a:t> de </a:t>
            </a:r>
            <a:r>
              <a:rPr lang="en-US" sz="1200" dirty="0" err="1">
                <a:latin typeface="Arial" panose="020B0604020202020204" pitchFamily="34" charset="0"/>
                <a:cs typeface="Arial" panose="020B0604020202020204" pitchFamily="34" charset="0"/>
              </a:rPr>
              <a:t>fabricación</a:t>
            </a:r>
            <a:r>
              <a:rPr lang="en-US" sz="1200" dirty="0">
                <a:latin typeface="Arial" panose="020B0604020202020204" pitchFamily="34" charset="0"/>
                <a:cs typeface="Arial" panose="020B0604020202020204" pitchFamily="34" charset="0"/>
              </a:rPr>
              <a:t> real. Cada </a:t>
            </a:r>
            <a:r>
              <a:rPr lang="en-US" sz="1200" dirty="0" err="1">
                <a:latin typeface="Arial" panose="020B0604020202020204" pitchFamily="34" charset="0"/>
                <a:cs typeface="Arial" panose="020B0604020202020204" pitchFamily="34" charset="0"/>
              </a:rPr>
              <a:t>capa</a:t>
            </a:r>
            <a:r>
              <a:rPr lang="en-US" sz="1200" dirty="0">
                <a:latin typeface="Arial" panose="020B0604020202020204" pitchFamily="34" charset="0"/>
                <a:cs typeface="Arial" panose="020B0604020202020204" pitchFamily="34" charset="0"/>
              </a:rPr>
              <a:t> del PDK </a:t>
            </a:r>
            <a:r>
              <a:rPr lang="en-US" sz="1200" dirty="0" err="1">
                <a:latin typeface="Arial" panose="020B0604020202020204" pitchFamily="34" charset="0"/>
                <a:cs typeface="Arial" panose="020B0604020202020204" pitchFamily="34" charset="0"/>
              </a:rPr>
              <a:t>corresponde</a:t>
            </a:r>
            <a:r>
              <a:rPr lang="en-US" sz="1200" dirty="0">
                <a:latin typeface="Arial" panose="020B0604020202020204" pitchFamily="34" charset="0"/>
                <a:cs typeface="Arial" panose="020B0604020202020204" pitchFamily="34" charset="0"/>
              </a:rPr>
              <a:t> a </a:t>
            </a:r>
            <a:r>
              <a:rPr lang="en-US" sz="1200" dirty="0" err="1">
                <a:latin typeface="Arial" panose="020B0604020202020204" pitchFamily="34" charset="0"/>
                <a:cs typeface="Arial" panose="020B0604020202020204" pitchFamily="34" charset="0"/>
              </a:rPr>
              <a:t>una</a:t>
            </a:r>
            <a:r>
              <a:rPr lang="en-US" sz="1200" dirty="0">
                <a:latin typeface="Arial" panose="020B0604020202020204" pitchFamily="34" charset="0"/>
                <a:cs typeface="Arial" panose="020B0604020202020204" pitchFamily="34" charset="0"/>
              </a:rPr>
              <a:t> mascara de </a:t>
            </a:r>
            <a:r>
              <a:rPr lang="en-US" sz="1200" dirty="0" err="1">
                <a:latin typeface="Arial" panose="020B0604020202020204" pitchFamily="34" charset="0"/>
                <a:cs typeface="Arial" panose="020B0604020202020204" pitchFamily="34" charset="0"/>
              </a:rPr>
              <a:t>litografía</a:t>
            </a:r>
            <a:r>
              <a:rPr lang="en-US" sz="1200" dirty="0">
                <a:latin typeface="Arial" panose="020B0604020202020204" pitchFamily="34" charset="0"/>
                <a:cs typeface="Arial" panose="020B0604020202020204" pitchFamily="34" charset="0"/>
              </a:rPr>
              <a:t> o a un paso </a:t>
            </a:r>
            <a:r>
              <a:rPr lang="en-US" sz="1200" dirty="0" err="1">
                <a:latin typeface="Arial" panose="020B0604020202020204" pitchFamily="34" charset="0"/>
                <a:cs typeface="Arial" panose="020B0604020202020204" pitchFamily="34" charset="0"/>
              </a:rPr>
              <a:t>tecnológico</a:t>
            </a:r>
            <a:r>
              <a:rPr lang="en-US" sz="1200" dirty="0">
                <a:latin typeface="Arial" panose="020B0604020202020204" pitchFamily="34" charset="0"/>
                <a:cs typeface="Arial" panose="020B0604020202020204" pitchFamily="34" charset="0"/>
              </a:rPr>
              <a:t> </a:t>
            </a:r>
            <a:r>
              <a:rPr lang="en-US" sz="1200" dirty="0" err="1">
                <a:latin typeface="Arial" panose="020B0604020202020204" pitchFamily="34" charset="0"/>
                <a:cs typeface="Arial" panose="020B0604020202020204" pitchFamily="34" charset="0"/>
              </a:rPr>
              <a:t>concreto</a:t>
            </a:r>
            <a:r>
              <a:rPr lang="en-US" sz="1200" dirty="0">
                <a:latin typeface="Arial" panose="020B0604020202020204" pitchFamily="34" charset="0"/>
                <a:cs typeface="Arial" panose="020B0604020202020204" pitchFamily="34" charset="0"/>
              </a:rPr>
              <a:t>.</a:t>
            </a:r>
          </a:p>
          <a:p>
            <a:pPr algn="just"/>
            <a:endParaRPr lang="en-US" sz="1200" dirty="0">
              <a:latin typeface="Arial" panose="020B0604020202020204" pitchFamily="34" charset="0"/>
              <a:cs typeface="Arial" panose="020B0604020202020204" pitchFamily="34" charset="0"/>
            </a:endParaRPr>
          </a:p>
          <a:p>
            <a:pPr algn="just"/>
            <a:r>
              <a:rPr lang="en-US" sz="1200" dirty="0">
                <a:latin typeface="Arial" panose="020B0604020202020204" pitchFamily="34" charset="0"/>
                <a:cs typeface="Arial" panose="020B0604020202020204" pitchFamily="34" charset="0"/>
              </a:rPr>
              <a:t>En la vista de </a:t>
            </a:r>
            <a:r>
              <a:rPr lang="en-US" sz="1200" dirty="0" err="1">
                <a:latin typeface="Arial" panose="020B0604020202020204" pitchFamily="34" charset="0"/>
                <a:cs typeface="Arial" panose="020B0604020202020204" pitchFamily="34" charset="0"/>
              </a:rPr>
              <a:t>capas</a:t>
            </a:r>
            <a:r>
              <a:rPr lang="en-US" sz="1200" dirty="0">
                <a:latin typeface="Arial" panose="020B0604020202020204" pitchFamily="34" charset="0"/>
                <a:cs typeface="Arial" panose="020B0604020202020204" pitchFamily="34" charset="0"/>
              </a:rPr>
              <a:t> </a:t>
            </a:r>
            <a:r>
              <a:rPr lang="en-US" sz="1200" dirty="0" err="1">
                <a:latin typeface="Arial" panose="020B0604020202020204" pitchFamily="34" charset="0"/>
                <a:cs typeface="Arial" panose="020B0604020202020204" pitchFamily="34" charset="0"/>
              </a:rPr>
              <a:t>obtenida</a:t>
            </a:r>
            <a:r>
              <a:rPr lang="en-US" sz="1200" dirty="0">
                <a:latin typeface="Arial" panose="020B0604020202020204" pitchFamily="34" charset="0"/>
                <a:cs typeface="Arial" panose="020B0604020202020204" pitchFamily="34" charset="0"/>
              </a:rPr>
              <a:t> al </a:t>
            </a:r>
            <a:r>
              <a:rPr lang="en-US" sz="1200" dirty="0" err="1">
                <a:latin typeface="Arial" panose="020B0604020202020204" pitchFamily="34" charset="0"/>
                <a:cs typeface="Arial" panose="020B0604020202020204" pitchFamily="34" charset="0"/>
              </a:rPr>
              <a:t>ejecutar</a:t>
            </a:r>
            <a:r>
              <a:rPr lang="en-US" sz="1200" dirty="0">
                <a:latin typeface="Arial" panose="020B0604020202020204" pitchFamily="34" charset="0"/>
                <a:cs typeface="Arial" panose="020B0604020202020204" pitchFamily="34" charset="0"/>
              </a:rPr>
              <a:t> </a:t>
            </a:r>
            <a:r>
              <a:rPr lang="en-US" sz="1200" dirty="0" err="1">
                <a:latin typeface="Arial" panose="020B0604020202020204" pitchFamily="34" charset="0"/>
                <a:cs typeface="Arial" panose="020B0604020202020204" pitchFamily="34" charset="0"/>
              </a:rPr>
              <a:t>el</a:t>
            </a:r>
            <a:r>
              <a:rPr lang="en-US" sz="1200" dirty="0">
                <a:latin typeface="Arial" panose="020B0604020202020204" pitchFamily="34" charset="0"/>
                <a:cs typeface="Arial" panose="020B0604020202020204" pitchFamily="34" charset="0"/>
              </a:rPr>
              <a:t> </a:t>
            </a:r>
            <a:r>
              <a:rPr lang="en-US" sz="1200" dirty="0" err="1">
                <a:latin typeface="Arial" panose="020B0604020202020204" pitchFamily="34" charset="0"/>
                <a:cs typeface="Arial" panose="020B0604020202020204" pitchFamily="34" charset="0"/>
              </a:rPr>
              <a:t>código</a:t>
            </a:r>
            <a:r>
              <a:rPr lang="en-US" sz="1200" dirty="0">
                <a:latin typeface="Arial" panose="020B0604020202020204" pitchFamily="34" charset="0"/>
                <a:cs typeface="Arial" panose="020B0604020202020204" pitchFamily="34" charset="0"/>
              </a:rPr>
              <a:t>, se </a:t>
            </a:r>
            <a:r>
              <a:rPr lang="en-US" sz="1200" dirty="0" err="1">
                <a:latin typeface="Arial" panose="020B0604020202020204" pitchFamily="34" charset="0"/>
                <a:cs typeface="Arial" panose="020B0604020202020204" pitchFamily="34" charset="0"/>
              </a:rPr>
              <a:t>muestran</a:t>
            </a:r>
            <a:r>
              <a:rPr lang="en-US" sz="1200" dirty="0">
                <a:latin typeface="Arial" panose="020B0604020202020204" pitchFamily="34" charset="0"/>
                <a:cs typeface="Arial" panose="020B0604020202020204" pitchFamily="34" charset="0"/>
              </a:rPr>
              <a:t> las </a:t>
            </a:r>
            <a:r>
              <a:rPr lang="en-US" sz="1200" dirty="0" err="1">
                <a:latin typeface="Arial" panose="020B0604020202020204" pitchFamily="34" charset="0"/>
                <a:cs typeface="Arial" panose="020B0604020202020204" pitchFamily="34" charset="0"/>
              </a:rPr>
              <a:t>capas</a:t>
            </a:r>
            <a:r>
              <a:rPr lang="en-US" sz="1200" dirty="0">
                <a:latin typeface="Arial" panose="020B0604020202020204" pitchFamily="34" charset="0"/>
                <a:cs typeface="Arial" panose="020B0604020202020204" pitchFamily="34" charset="0"/>
              </a:rPr>
              <a:t> principals del </a:t>
            </a:r>
            <a:r>
              <a:rPr lang="en-US" sz="1200" dirty="0" err="1">
                <a:latin typeface="Arial" panose="020B0604020202020204" pitchFamily="34" charset="0"/>
                <a:cs typeface="Arial" panose="020B0604020202020204" pitchFamily="34" charset="0"/>
              </a:rPr>
              <a:t>proceso</a:t>
            </a:r>
            <a:r>
              <a:rPr lang="en-US" sz="1200" dirty="0">
                <a:latin typeface="Arial" panose="020B0604020202020204" pitchFamily="34" charset="0"/>
                <a:cs typeface="Arial" panose="020B0604020202020204" pitchFamily="34" charset="0"/>
              </a:rPr>
              <a:t>. Cada </a:t>
            </a:r>
            <a:r>
              <a:rPr lang="en-US" sz="1200" dirty="0" err="1">
                <a:latin typeface="Arial" panose="020B0604020202020204" pitchFamily="34" charset="0"/>
                <a:cs typeface="Arial" panose="020B0604020202020204" pitchFamily="34" charset="0"/>
              </a:rPr>
              <a:t>recuadro</a:t>
            </a:r>
            <a:r>
              <a:rPr lang="en-US" sz="1200" dirty="0">
                <a:latin typeface="Arial" panose="020B0604020202020204" pitchFamily="34" charset="0"/>
                <a:cs typeface="Arial" panose="020B0604020202020204" pitchFamily="34" charset="0"/>
              </a:rPr>
              <a:t> </a:t>
            </a:r>
            <a:r>
              <a:rPr lang="en-US" sz="1200" dirty="0" err="1">
                <a:latin typeface="Arial" panose="020B0604020202020204" pitchFamily="34" charset="0"/>
                <a:cs typeface="Arial" panose="020B0604020202020204" pitchFamily="34" charset="0"/>
              </a:rPr>
              <a:t>representa</a:t>
            </a:r>
            <a:r>
              <a:rPr lang="en-US" sz="1200" dirty="0">
                <a:latin typeface="Arial" panose="020B0604020202020204" pitchFamily="34" charset="0"/>
                <a:cs typeface="Arial" panose="020B0604020202020204" pitchFamily="34" charset="0"/>
              </a:rPr>
              <a:t> </a:t>
            </a:r>
            <a:r>
              <a:rPr lang="en-US" sz="1200" dirty="0" err="1">
                <a:latin typeface="Arial" panose="020B0604020202020204" pitchFamily="34" charset="0"/>
                <a:cs typeface="Arial" panose="020B0604020202020204" pitchFamily="34" charset="0"/>
              </a:rPr>
              <a:t>una</a:t>
            </a:r>
            <a:r>
              <a:rPr lang="en-US" sz="1200" dirty="0">
                <a:latin typeface="Arial" panose="020B0604020202020204" pitchFamily="34" charset="0"/>
                <a:cs typeface="Arial" panose="020B0604020202020204" pitchFamily="34" charset="0"/>
              </a:rPr>
              <a:t> </a:t>
            </a:r>
            <a:r>
              <a:rPr lang="en-US" sz="1200" dirty="0" err="1">
                <a:latin typeface="Arial" panose="020B0604020202020204" pitchFamily="34" charset="0"/>
                <a:cs typeface="Arial" panose="020B0604020202020204" pitchFamily="34" charset="0"/>
              </a:rPr>
              <a:t>capa</a:t>
            </a:r>
            <a:r>
              <a:rPr lang="en-US" sz="1200" dirty="0">
                <a:latin typeface="Arial" panose="020B0604020202020204" pitchFamily="34" charset="0"/>
                <a:cs typeface="Arial" panose="020B0604020202020204" pitchFamily="34" charset="0"/>
              </a:rPr>
              <a:t> del </a:t>
            </a:r>
            <a:r>
              <a:rPr lang="en-US" sz="1200" dirty="0" err="1">
                <a:latin typeface="Arial" panose="020B0604020202020204" pitchFamily="34" charset="0"/>
                <a:cs typeface="Arial" panose="020B0604020202020204" pitchFamily="34" charset="0"/>
              </a:rPr>
              <a:t>layot</a:t>
            </a:r>
            <a:r>
              <a:rPr lang="en-US" sz="1200" dirty="0">
                <a:latin typeface="Arial" panose="020B0604020202020204" pitchFamily="34" charset="0"/>
                <a:cs typeface="Arial" panose="020B0604020202020204" pitchFamily="34" charset="0"/>
              </a:rPr>
              <a:t>, con </a:t>
            </a:r>
            <a:r>
              <a:rPr lang="en-US" sz="1200" dirty="0" err="1">
                <a:latin typeface="Arial" panose="020B0604020202020204" pitchFamily="34" charset="0"/>
                <a:cs typeface="Arial" panose="020B0604020202020204" pitchFamily="34" charset="0"/>
              </a:rPr>
              <a:t>su</a:t>
            </a:r>
            <a:r>
              <a:rPr lang="en-US" sz="1200" dirty="0">
                <a:latin typeface="Arial" panose="020B0604020202020204" pitchFamily="34" charset="0"/>
                <a:cs typeface="Arial" panose="020B0604020202020204" pitchFamily="34" charset="0"/>
              </a:rPr>
              <a:t> </a:t>
            </a:r>
            <a:r>
              <a:rPr lang="en-US" sz="1200" dirty="0" err="1">
                <a:latin typeface="Arial" panose="020B0604020202020204" pitchFamily="34" charset="0"/>
                <a:cs typeface="Arial" panose="020B0604020202020204" pitchFamily="34" charset="0"/>
              </a:rPr>
              <a:t>nombre</a:t>
            </a:r>
            <a:r>
              <a:rPr lang="en-US" sz="1200" dirty="0">
                <a:latin typeface="Arial" panose="020B0604020202020204" pitchFamily="34" charset="0"/>
                <a:cs typeface="Arial" panose="020B0604020202020204" pitchFamily="34" charset="0"/>
              </a:rPr>
              <a:t> y </a:t>
            </a:r>
            <a:r>
              <a:rPr lang="en-US" sz="1200" dirty="0" err="1">
                <a:latin typeface="Arial" panose="020B0604020202020204" pitchFamily="34" charset="0"/>
                <a:cs typeface="Arial" panose="020B0604020202020204" pitchFamily="34" charset="0"/>
              </a:rPr>
              <a:t>su</a:t>
            </a:r>
            <a:r>
              <a:rPr lang="en-US" sz="1200" dirty="0">
                <a:latin typeface="Arial" panose="020B0604020202020204" pitchFamily="34" charset="0"/>
                <a:cs typeface="Arial" panose="020B0604020202020204" pitchFamily="34" charset="0"/>
              </a:rPr>
              <a:t> </a:t>
            </a:r>
            <a:r>
              <a:rPr lang="en-US" sz="1200" dirty="0" err="1">
                <a:latin typeface="Arial" panose="020B0604020202020204" pitchFamily="34" charset="0"/>
                <a:cs typeface="Arial" panose="020B0604020202020204" pitchFamily="34" charset="0"/>
              </a:rPr>
              <a:t>identificador</a:t>
            </a:r>
            <a:r>
              <a:rPr lang="en-US" sz="1200" dirty="0">
                <a:latin typeface="Arial" panose="020B0604020202020204" pitchFamily="34" charset="0"/>
                <a:cs typeface="Arial" panose="020B0604020202020204" pitchFamily="34" charset="0"/>
              </a:rPr>
              <a:t> </a:t>
            </a:r>
            <a:r>
              <a:rPr lang="en-US" sz="1200" dirty="0" err="1">
                <a:latin typeface="Arial" panose="020B0604020202020204" pitchFamily="34" charset="0"/>
                <a:cs typeface="Arial" panose="020B0604020202020204" pitchFamily="34" charset="0"/>
              </a:rPr>
              <a:t>numérico</a:t>
            </a:r>
            <a:r>
              <a:rPr lang="en-US" sz="1200" dirty="0">
                <a:latin typeface="Arial" panose="020B0604020202020204" pitchFamily="34" charset="0"/>
                <a:cs typeface="Arial" panose="020B0604020202020204" pitchFamily="34" charset="0"/>
              </a:rPr>
              <a:t>. Por </a:t>
            </a:r>
            <a:r>
              <a:rPr lang="en-US" sz="1200" dirty="0" err="1">
                <a:latin typeface="Arial" panose="020B0604020202020204" pitchFamily="34" charset="0"/>
                <a:cs typeface="Arial" panose="020B0604020202020204" pitchFamily="34" charset="0"/>
              </a:rPr>
              <a:t>ejempllo</a:t>
            </a:r>
            <a:r>
              <a:rPr lang="en-US" sz="1200" dirty="0">
                <a:latin typeface="Arial" panose="020B0604020202020204" pitchFamily="34" charset="0"/>
                <a:cs typeface="Arial" panose="020B0604020202020204" pitchFamily="34" charset="0"/>
              </a:rPr>
              <a:t> la </a:t>
            </a:r>
            <a:r>
              <a:rPr lang="en-US" sz="1200" dirty="0" err="1">
                <a:latin typeface="Arial" panose="020B0604020202020204" pitchFamily="34" charset="0"/>
                <a:cs typeface="Arial" panose="020B0604020202020204" pitchFamily="34" charset="0"/>
              </a:rPr>
              <a:t>capa</a:t>
            </a:r>
            <a:r>
              <a:rPr lang="en-US" sz="1200" dirty="0">
                <a:latin typeface="Arial" panose="020B0604020202020204" pitchFamily="34" charset="0"/>
                <a:cs typeface="Arial" panose="020B0604020202020204" pitchFamily="34" charset="0"/>
              </a:rPr>
              <a:t> WG(1/0) </a:t>
            </a:r>
            <a:r>
              <a:rPr lang="en-US" sz="1200" dirty="0" err="1">
                <a:latin typeface="Arial" panose="020B0604020202020204" pitchFamily="34" charset="0"/>
                <a:cs typeface="Arial" panose="020B0604020202020204" pitchFamily="34" charset="0"/>
              </a:rPr>
              <a:t>corresponde</a:t>
            </a:r>
            <a:r>
              <a:rPr lang="en-US" sz="1200" dirty="0">
                <a:latin typeface="Arial" panose="020B0604020202020204" pitchFamily="34" charset="0"/>
                <a:cs typeface="Arial" panose="020B0604020202020204" pitchFamily="34" charset="0"/>
              </a:rPr>
              <a:t> a las </a:t>
            </a:r>
            <a:r>
              <a:rPr lang="en-US" sz="1200" dirty="0" err="1">
                <a:latin typeface="Arial" panose="020B0604020202020204" pitchFamily="34" charset="0"/>
                <a:cs typeface="Arial" panose="020B0604020202020204" pitchFamily="34" charset="0"/>
              </a:rPr>
              <a:t>guías</a:t>
            </a:r>
            <a:r>
              <a:rPr lang="en-US" sz="1200" dirty="0">
                <a:latin typeface="Arial" panose="020B0604020202020204" pitchFamily="34" charset="0"/>
                <a:cs typeface="Arial" panose="020B0604020202020204" pitchFamily="34" charset="0"/>
              </a:rPr>
              <a:t> </a:t>
            </a:r>
            <a:r>
              <a:rPr lang="en-US" sz="1200" dirty="0" err="1">
                <a:latin typeface="Arial" panose="020B0604020202020204" pitchFamily="34" charset="0"/>
                <a:cs typeface="Arial" panose="020B0604020202020204" pitchFamily="34" charset="0"/>
              </a:rPr>
              <a:t>ópticas</a:t>
            </a:r>
            <a:r>
              <a:rPr lang="en-US" sz="1200" dirty="0">
                <a:latin typeface="Arial" panose="020B0604020202020204" pitchFamily="34" charset="0"/>
                <a:cs typeface="Arial" panose="020B0604020202020204" pitchFamily="34" charset="0"/>
              </a:rPr>
              <a:t> de </a:t>
            </a:r>
            <a:r>
              <a:rPr lang="en-US" sz="1200" dirty="0" err="1">
                <a:latin typeface="Arial" panose="020B0604020202020204" pitchFamily="34" charset="0"/>
                <a:cs typeface="Arial" panose="020B0604020202020204" pitchFamily="34" charset="0"/>
              </a:rPr>
              <a:t>nitruro</a:t>
            </a:r>
            <a:r>
              <a:rPr lang="en-US" sz="1200" dirty="0">
                <a:latin typeface="Arial" panose="020B0604020202020204" pitchFamily="34" charset="0"/>
                <a:cs typeface="Arial" panose="020B0604020202020204" pitchFamily="34" charset="0"/>
              </a:rPr>
              <a:t> de </a:t>
            </a:r>
            <a:r>
              <a:rPr lang="en-US" sz="1200" dirty="0" err="1">
                <a:latin typeface="Arial" panose="020B0604020202020204" pitchFamily="34" charset="0"/>
                <a:cs typeface="Arial" panose="020B0604020202020204" pitchFamily="34" charset="0"/>
              </a:rPr>
              <a:t>silicio</a:t>
            </a:r>
            <a:r>
              <a:rPr lang="en-US" sz="1200" dirty="0">
                <a:latin typeface="Arial" panose="020B0604020202020204" pitchFamily="34" charset="0"/>
                <a:cs typeface="Arial" panose="020B0604020202020204" pitchFamily="34" charset="0"/>
              </a:rPr>
              <a:t> </a:t>
            </a:r>
            <a:r>
              <a:rPr lang="en-US" sz="1200" dirty="0" err="1">
                <a:latin typeface="Arial" panose="020B0604020202020204" pitchFamily="34" charset="0"/>
                <a:cs typeface="Arial" panose="020B0604020202020204" pitchFamily="34" charset="0"/>
              </a:rPr>
              <a:t>grabadas</a:t>
            </a:r>
            <a:r>
              <a:rPr lang="en-US" sz="1200" dirty="0">
                <a:latin typeface="Arial" panose="020B0604020202020204" pitchFamily="34" charset="0"/>
                <a:cs typeface="Arial" panose="020B0604020202020204" pitchFamily="34" charset="0"/>
              </a:rPr>
              <a:t> </a:t>
            </a:r>
            <a:r>
              <a:rPr lang="en-US" sz="1200" dirty="0" err="1">
                <a:latin typeface="Arial" panose="020B0604020202020204" pitchFamily="34" charset="0"/>
                <a:cs typeface="Arial" panose="020B0604020202020204" pitchFamily="34" charset="0"/>
              </a:rPr>
              <a:t>en</a:t>
            </a:r>
            <a:r>
              <a:rPr lang="en-US" sz="1200" dirty="0">
                <a:latin typeface="Arial" panose="020B0604020202020204" pitchFamily="34" charset="0"/>
                <a:cs typeface="Arial" panose="020B0604020202020204" pitchFamily="34" charset="0"/>
              </a:rPr>
              <a:t> </a:t>
            </a:r>
            <a:r>
              <a:rPr lang="en-US" sz="1200" dirty="0" err="1">
                <a:latin typeface="Arial" panose="020B0604020202020204" pitchFamily="34" charset="0"/>
                <a:cs typeface="Arial" panose="020B0604020202020204" pitchFamily="34" charset="0"/>
              </a:rPr>
              <a:t>produndidad</a:t>
            </a:r>
            <a:r>
              <a:rPr lang="en-US" sz="1200" dirty="0">
                <a:latin typeface="Arial" panose="020B0604020202020204" pitchFamily="34" charset="0"/>
                <a:cs typeface="Arial" panose="020B0604020202020204" pitchFamily="34" charset="0"/>
              </a:rPr>
              <a:t>; SLAB (21/0) </a:t>
            </a:r>
            <a:r>
              <a:rPr lang="en-US" sz="1200" dirty="0" err="1">
                <a:latin typeface="Arial" panose="020B0604020202020204" pitchFamily="34" charset="0"/>
                <a:cs typeface="Arial" panose="020B0604020202020204" pitchFamily="34" charset="0"/>
              </a:rPr>
              <a:t>representa</a:t>
            </a:r>
            <a:r>
              <a:rPr lang="en-US" sz="1200" dirty="0">
                <a:latin typeface="Arial" panose="020B0604020202020204" pitchFamily="34" charset="0"/>
                <a:cs typeface="Arial" panose="020B0604020202020204" pitchFamily="34" charset="0"/>
              </a:rPr>
              <a:t> </a:t>
            </a:r>
            <a:r>
              <a:rPr lang="en-US" sz="1200" dirty="0" err="1">
                <a:latin typeface="Arial" panose="020B0604020202020204" pitchFamily="34" charset="0"/>
                <a:cs typeface="Arial" panose="020B0604020202020204" pitchFamily="34" charset="0"/>
              </a:rPr>
              <a:t>el</a:t>
            </a:r>
            <a:r>
              <a:rPr lang="en-US" sz="1200" dirty="0">
                <a:latin typeface="Arial" panose="020B0604020202020204" pitchFamily="34" charset="0"/>
                <a:cs typeface="Arial" panose="020B0604020202020204" pitchFamily="34" charset="0"/>
              </a:rPr>
              <a:t> </a:t>
            </a:r>
            <a:r>
              <a:rPr lang="en-US" sz="1200" dirty="0" err="1">
                <a:latin typeface="Arial" panose="020B0604020202020204" pitchFamily="34" charset="0"/>
                <a:cs typeface="Arial" panose="020B0604020202020204" pitchFamily="34" charset="0"/>
              </a:rPr>
              <a:t>grabado</a:t>
            </a:r>
            <a:r>
              <a:rPr lang="en-US" sz="1200" dirty="0">
                <a:latin typeface="Arial" panose="020B0604020202020204" pitchFamily="34" charset="0"/>
                <a:cs typeface="Arial" panose="020B0604020202020204" pitchFamily="34" charset="0"/>
              </a:rPr>
              <a:t> superficial </a:t>
            </a:r>
            <a:r>
              <a:rPr lang="en-US" sz="1200" dirty="0" err="1">
                <a:latin typeface="Arial" panose="020B0604020202020204" pitchFamily="34" charset="0"/>
                <a:cs typeface="Arial" panose="020B0604020202020204" pitchFamily="34" charset="0"/>
              </a:rPr>
              <a:t>utilizado</a:t>
            </a:r>
            <a:r>
              <a:rPr lang="en-US" sz="1200" dirty="0">
                <a:latin typeface="Arial" panose="020B0604020202020204" pitchFamily="34" charset="0"/>
                <a:cs typeface="Arial" panose="020B0604020202020204" pitchFamily="34" charset="0"/>
              </a:rPr>
              <a:t> para </a:t>
            </a:r>
            <a:r>
              <a:rPr lang="en-US" sz="1200" dirty="0" err="1">
                <a:latin typeface="Arial" panose="020B0604020202020204" pitchFamily="34" charset="0"/>
                <a:cs typeface="Arial" panose="020B0604020202020204" pitchFamily="34" charset="0"/>
              </a:rPr>
              <a:t>estructuras</a:t>
            </a:r>
            <a:r>
              <a:rPr lang="en-US" sz="1200" dirty="0">
                <a:latin typeface="Arial" panose="020B0604020202020204" pitchFamily="34" charset="0"/>
                <a:cs typeface="Arial" panose="020B0604020202020204" pitchFamily="34" charset="0"/>
              </a:rPr>
              <a:t> rib; HEATER (4/0) es la </a:t>
            </a:r>
            <a:r>
              <a:rPr lang="en-US" sz="1200" dirty="0" err="1">
                <a:latin typeface="Arial" panose="020B0604020202020204" pitchFamily="34" charset="0"/>
                <a:cs typeface="Arial" panose="020B0604020202020204" pitchFamily="34" charset="0"/>
              </a:rPr>
              <a:t>capa</a:t>
            </a:r>
            <a:r>
              <a:rPr lang="en-US" sz="1200" dirty="0">
                <a:latin typeface="Arial" panose="020B0604020202020204" pitchFamily="34" charset="0"/>
                <a:cs typeface="Arial" panose="020B0604020202020204" pitchFamily="34" charset="0"/>
              </a:rPr>
              <a:t> </a:t>
            </a:r>
            <a:r>
              <a:rPr lang="en-US" sz="1200" dirty="0" err="1">
                <a:latin typeface="Arial" panose="020B0604020202020204" pitchFamily="34" charset="0"/>
                <a:cs typeface="Arial" panose="020B0604020202020204" pitchFamily="34" charset="0"/>
              </a:rPr>
              <a:t>metálica</a:t>
            </a:r>
            <a:r>
              <a:rPr lang="en-US" sz="1200" dirty="0">
                <a:latin typeface="Arial" panose="020B0604020202020204" pitchFamily="34" charset="0"/>
                <a:cs typeface="Arial" panose="020B0604020202020204" pitchFamily="34" charset="0"/>
              </a:rPr>
              <a:t> </a:t>
            </a:r>
            <a:r>
              <a:rPr lang="en-US" sz="1200" dirty="0" err="1">
                <a:latin typeface="Arial" panose="020B0604020202020204" pitchFamily="34" charset="0"/>
                <a:cs typeface="Arial" panose="020B0604020202020204" pitchFamily="34" charset="0"/>
              </a:rPr>
              <a:t>destinada</a:t>
            </a:r>
            <a:r>
              <a:rPr lang="en-US" sz="1200" dirty="0">
                <a:latin typeface="Arial" panose="020B0604020202020204" pitchFamily="34" charset="0"/>
                <a:cs typeface="Arial" panose="020B0604020202020204" pitchFamily="34" charset="0"/>
              </a:rPr>
              <a:t> a </a:t>
            </a:r>
            <a:r>
              <a:rPr lang="en-US" sz="1200" dirty="0" err="1">
                <a:latin typeface="Arial" panose="020B0604020202020204" pitchFamily="34" charset="0"/>
                <a:cs typeface="Arial" panose="020B0604020202020204" pitchFamily="34" charset="0"/>
              </a:rPr>
              <a:t>los</a:t>
            </a:r>
            <a:r>
              <a:rPr lang="en-US" sz="1200" dirty="0">
                <a:latin typeface="Arial" panose="020B0604020202020204" pitchFamily="34" charset="0"/>
                <a:cs typeface="Arial" panose="020B0604020202020204" pitchFamily="34" charset="0"/>
              </a:rPr>
              <a:t> </a:t>
            </a:r>
            <a:r>
              <a:rPr lang="en-US" sz="1200" dirty="0" err="1">
                <a:latin typeface="Arial" panose="020B0604020202020204" pitchFamily="34" charset="0"/>
                <a:cs typeface="Arial" panose="020B0604020202020204" pitchFamily="34" charset="0"/>
              </a:rPr>
              <a:t>calentadores</a:t>
            </a:r>
            <a:r>
              <a:rPr lang="en-US" sz="1200" dirty="0">
                <a:latin typeface="Arial" panose="020B0604020202020204" pitchFamily="34" charset="0"/>
                <a:cs typeface="Arial" panose="020B0604020202020204" pitchFamily="34" charset="0"/>
              </a:rPr>
              <a:t> </a:t>
            </a:r>
            <a:r>
              <a:rPr lang="en-US" sz="1200" dirty="0" err="1">
                <a:latin typeface="Arial" panose="020B0604020202020204" pitchFamily="34" charset="0"/>
                <a:cs typeface="Arial" panose="020B0604020202020204" pitchFamily="34" charset="0"/>
              </a:rPr>
              <a:t>térmicos</a:t>
            </a:r>
            <a:r>
              <a:rPr lang="en-US" sz="1200" dirty="0">
                <a:latin typeface="Arial" panose="020B0604020202020204" pitchFamily="34" charset="0"/>
                <a:cs typeface="Arial" panose="020B0604020202020204" pitchFamily="34" charset="0"/>
              </a:rPr>
              <a:t>. Tambien </a:t>
            </a:r>
            <a:r>
              <a:rPr lang="en-US" sz="1200" dirty="0" err="1">
                <a:latin typeface="Arial" panose="020B0604020202020204" pitchFamily="34" charset="0"/>
                <a:cs typeface="Arial" panose="020B0604020202020204" pitchFamily="34" charset="0"/>
              </a:rPr>
              <a:t>aparecen</a:t>
            </a:r>
            <a:r>
              <a:rPr lang="en-US" sz="1200" dirty="0">
                <a:latin typeface="Arial" panose="020B0604020202020204" pitchFamily="34" charset="0"/>
                <a:cs typeface="Arial" panose="020B0604020202020204" pitchFamily="34" charset="0"/>
              </a:rPr>
              <a:t> </a:t>
            </a:r>
            <a:r>
              <a:rPr lang="en-US" sz="1200" dirty="0" err="1">
                <a:latin typeface="Arial" panose="020B0604020202020204" pitchFamily="34" charset="0"/>
                <a:cs typeface="Arial" panose="020B0604020202020204" pitchFamily="34" charset="0"/>
              </a:rPr>
              <a:t>capas</a:t>
            </a:r>
            <a:r>
              <a:rPr lang="en-US" sz="1200" dirty="0">
                <a:latin typeface="Arial" panose="020B0604020202020204" pitchFamily="34" charset="0"/>
                <a:cs typeface="Arial" panose="020B0604020202020204" pitchFamily="34" charset="0"/>
              </a:rPr>
              <a:t> </a:t>
            </a:r>
            <a:r>
              <a:rPr lang="en-US" sz="1200" dirty="0" err="1">
                <a:latin typeface="Arial" panose="020B0604020202020204" pitchFamily="34" charset="0"/>
                <a:cs typeface="Arial" panose="020B0604020202020204" pitchFamily="34" charset="0"/>
              </a:rPr>
              <a:t>eléctricas</a:t>
            </a:r>
            <a:r>
              <a:rPr lang="en-US" sz="1200" dirty="0">
                <a:latin typeface="Arial" panose="020B0604020202020204" pitchFamily="34" charset="0"/>
                <a:cs typeface="Arial" panose="020B0604020202020204" pitchFamily="34" charset="0"/>
              </a:rPr>
              <a:t> </a:t>
            </a:r>
            <a:r>
              <a:rPr lang="en-US" sz="1200" dirty="0" err="1">
                <a:latin typeface="Arial" panose="020B0604020202020204" pitchFamily="34" charset="0"/>
                <a:cs typeface="Arial" panose="020B0604020202020204" pitchFamily="34" charset="0"/>
              </a:rPr>
              <a:t>como</a:t>
            </a:r>
            <a:r>
              <a:rPr lang="en-US" sz="1200" dirty="0">
                <a:latin typeface="Arial" panose="020B0604020202020204" pitchFamily="34" charset="0"/>
                <a:cs typeface="Arial" panose="020B0604020202020204" pitchFamily="34" charset="0"/>
              </a:rPr>
              <a:t> PAD (41/0) para </a:t>
            </a:r>
            <a:r>
              <a:rPr lang="en-US" sz="1200" dirty="0" err="1">
                <a:latin typeface="Arial" panose="020B0604020202020204" pitchFamily="34" charset="0"/>
                <a:cs typeface="Arial" panose="020B0604020202020204" pitchFamily="34" charset="0"/>
              </a:rPr>
              <a:t>contactos</a:t>
            </a:r>
            <a:r>
              <a:rPr lang="en-US" sz="1200" dirty="0">
                <a:latin typeface="Arial" panose="020B0604020202020204" pitchFamily="34" charset="0"/>
                <a:cs typeface="Arial" panose="020B0604020202020204" pitchFamily="34" charset="0"/>
              </a:rPr>
              <a:t>, y </a:t>
            </a:r>
            <a:r>
              <a:rPr lang="en-US" sz="1200" dirty="0" err="1">
                <a:latin typeface="Arial" panose="020B0604020202020204" pitchFamily="34" charset="0"/>
                <a:cs typeface="Arial" panose="020B0604020202020204" pitchFamily="34" charset="0"/>
              </a:rPr>
              <a:t>capas</a:t>
            </a:r>
            <a:r>
              <a:rPr lang="en-US" sz="1200" dirty="0">
                <a:latin typeface="Arial" panose="020B0604020202020204" pitchFamily="34" charset="0"/>
                <a:cs typeface="Arial" panose="020B0604020202020204" pitchFamily="34" charset="0"/>
              </a:rPr>
              <a:t> </a:t>
            </a:r>
            <a:r>
              <a:rPr lang="en-US" sz="1200" dirty="0" err="1">
                <a:latin typeface="Arial" panose="020B0604020202020204" pitchFamily="34" charset="0"/>
                <a:cs typeface="Arial" panose="020B0604020202020204" pitchFamily="34" charset="0"/>
              </a:rPr>
              <a:t>auxiiliares</a:t>
            </a:r>
            <a:r>
              <a:rPr lang="en-US" sz="1200" dirty="0">
                <a:latin typeface="Arial" panose="020B0604020202020204" pitchFamily="34" charset="0"/>
                <a:cs typeface="Arial" panose="020B0604020202020204" pitchFamily="34" charset="0"/>
              </a:rPr>
              <a:t> </a:t>
            </a:r>
            <a:r>
              <a:rPr lang="en-US" sz="1200" dirty="0" err="1">
                <a:latin typeface="Arial" panose="020B0604020202020204" pitchFamily="34" charset="0"/>
                <a:cs typeface="Arial" panose="020B0604020202020204" pitchFamily="34" charset="0"/>
              </a:rPr>
              <a:t>como</a:t>
            </a:r>
            <a:r>
              <a:rPr lang="en-US" sz="1200" dirty="0">
                <a:latin typeface="Arial" panose="020B0604020202020204" pitchFamily="34" charset="0"/>
                <a:cs typeface="Arial" panose="020B0604020202020204" pitchFamily="34" charset="0"/>
              </a:rPr>
              <a:t> FLOORPLAN (99/0) o las </a:t>
            </a:r>
            <a:r>
              <a:rPr lang="en-US" sz="1200" dirty="0" err="1">
                <a:latin typeface="Arial" panose="020B0604020202020204" pitchFamily="34" charset="0"/>
                <a:cs typeface="Arial" panose="020B0604020202020204" pitchFamily="34" charset="0"/>
              </a:rPr>
              <a:t>capas</a:t>
            </a:r>
            <a:r>
              <a:rPr lang="en-US" sz="1200" dirty="0">
                <a:latin typeface="Arial" panose="020B0604020202020204" pitchFamily="34" charset="0"/>
                <a:cs typeface="Arial" panose="020B0604020202020204" pitchFamily="34" charset="0"/>
              </a:rPr>
              <a:t> de </a:t>
            </a:r>
            <a:r>
              <a:rPr lang="en-US" sz="1200" dirty="0" err="1">
                <a:latin typeface="Arial" panose="020B0604020202020204" pitchFamily="34" charset="0"/>
                <a:cs typeface="Arial" panose="020B0604020202020204" pitchFamily="34" charset="0"/>
              </a:rPr>
              <a:t>etiquetas</a:t>
            </a:r>
            <a:r>
              <a:rPr lang="en-US" sz="1200" dirty="0">
                <a:latin typeface="Arial" panose="020B0604020202020204" pitchFamily="34" charset="0"/>
                <a:cs typeface="Arial" panose="020B0604020202020204" pitchFamily="34" charset="0"/>
              </a:rPr>
              <a:t>, </a:t>
            </a:r>
            <a:r>
              <a:rPr lang="en-US" sz="1200" dirty="0" err="1">
                <a:latin typeface="Arial" panose="020B0604020202020204" pitchFamily="34" charset="0"/>
                <a:cs typeface="Arial" panose="020B0604020202020204" pitchFamily="34" charset="0"/>
              </a:rPr>
              <a:t>que</a:t>
            </a:r>
            <a:r>
              <a:rPr lang="en-US" sz="1200" dirty="0">
                <a:latin typeface="Arial" panose="020B0604020202020204" pitchFamily="34" charset="0"/>
                <a:cs typeface="Arial" panose="020B0604020202020204" pitchFamily="34" charset="0"/>
              </a:rPr>
              <a:t> no se </a:t>
            </a:r>
            <a:r>
              <a:rPr lang="en-US" sz="1200" dirty="0" err="1">
                <a:latin typeface="Arial" panose="020B0604020202020204" pitchFamily="34" charset="0"/>
                <a:cs typeface="Arial" panose="020B0604020202020204" pitchFamily="34" charset="0"/>
              </a:rPr>
              <a:t>fabrican</a:t>
            </a:r>
            <a:r>
              <a:rPr lang="en-US" sz="1200" dirty="0">
                <a:latin typeface="Arial" panose="020B0604020202020204" pitchFamily="34" charset="0"/>
                <a:cs typeface="Arial" panose="020B0604020202020204" pitchFamily="34" charset="0"/>
              </a:rPr>
              <a:t> </a:t>
            </a:r>
            <a:r>
              <a:rPr lang="en-US" sz="1200" dirty="0" err="1">
                <a:latin typeface="Arial" panose="020B0604020202020204" pitchFamily="34" charset="0"/>
                <a:cs typeface="Arial" panose="020B0604020202020204" pitchFamily="34" charset="0"/>
              </a:rPr>
              <a:t>pero</a:t>
            </a:r>
            <a:r>
              <a:rPr lang="en-US" sz="1200" dirty="0">
                <a:latin typeface="Arial" panose="020B0604020202020204" pitchFamily="34" charset="0"/>
                <a:cs typeface="Arial" panose="020B0604020202020204" pitchFamily="34" charset="0"/>
              </a:rPr>
              <a:t> </a:t>
            </a:r>
            <a:r>
              <a:rPr lang="en-US" sz="1200" dirty="0" err="1">
                <a:latin typeface="Arial" panose="020B0604020202020204" pitchFamily="34" charset="0"/>
                <a:cs typeface="Arial" panose="020B0604020202020204" pitchFamily="34" charset="0"/>
              </a:rPr>
              <a:t>ayudan</a:t>
            </a:r>
            <a:r>
              <a:rPr lang="en-US" sz="1200" dirty="0">
                <a:latin typeface="Arial" panose="020B0604020202020204" pitchFamily="34" charset="0"/>
                <a:cs typeface="Arial" panose="020B0604020202020204" pitchFamily="34" charset="0"/>
              </a:rPr>
              <a:t> </a:t>
            </a:r>
            <a:r>
              <a:rPr lang="en-US" sz="1200" dirty="0" err="1">
                <a:latin typeface="Arial" panose="020B0604020202020204" pitchFamily="34" charset="0"/>
                <a:cs typeface="Arial" panose="020B0604020202020204" pitchFamily="34" charset="0"/>
              </a:rPr>
              <a:t>en</a:t>
            </a:r>
            <a:r>
              <a:rPr lang="en-US" sz="1200" dirty="0">
                <a:latin typeface="Arial" panose="020B0604020202020204" pitchFamily="34" charset="0"/>
                <a:cs typeface="Arial" panose="020B0604020202020204" pitchFamily="34" charset="0"/>
              </a:rPr>
              <a:t> la </a:t>
            </a:r>
            <a:r>
              <a:rPr lang="en-US" sz="1200" dirty="0" err="1">
                <a:latin typeface="Arial" panose="020B0604020202020204" pitchFamily="34" charset="0"/>
                <a:cs typeface="Arial" panose="020B0604020202020204" pitchFamily="34" charset="0"/>
              </a:rPr>
              <a:t>organización</a:t>
            </a:r>
            <a:r>
              <a:rPr lang="en-US" sz="1200" dirty="0">
                <a:latin typeface="Arial" panose="020B0604020202020204" pitchFamily="34" charset="0"/>
                <a:cs typeface="Arial" panose="020B0604020202020204" pitchFamily="34" charset="0"/>
              </a:rPr>
              <a:t> y </a:t>
            </a:r>
            <a:r>
              <a:rPr lang="en-US" sz="1200" dirty="0" err="1">
                <a:latin typeface="Arial" panose="020B0604020202020204" pitchFamily="34" charset="0"/>
                <a:cs typeface="Arial" panose="020B0604020202020204" pitchFamily="34" charset="0"/>
              </a:rPr>
              <a:t>verificación</a:t>
            </a:r>
            <a:r>
              <a:rPr lang="en-US" sz="1200" dirty="0">
                <a:latin typeface="Arial" panose="020B0604020202020204" pitchFamily="34" charset="0"/>
                <a:cs typeface="Arial" panose="020B0604020202020204" pitchFamily="34" charset="0"/>
              </a:rPr>
              <a:t> del </a:t>
            </a:r>
            <a:r>
              <a:rPr lang="en-US" sz="1200" dirty="0" err="1">
                <a:latin typeface="Arial" panose="020B0604020202020204" pitchFamily="34" charset="0"/>
                <a:cs typeface="Arial" panose="020B0604020202020204" pitchFamily="34" charset="0"/>
              </a:rPr>
              <a:t>diseño</a:t>
            </a:r>
            <a:r>
              <a:rPr lang="en-US" sz="1200" dirty="0">
                <a:latin typeface="Arial" panose="020B0604020202020204" pitchFamily="34" charset="0"/>
                <a:cs typeface="Arial" panose="020B0604020202020204" pitchFamily="34" charset="0"/>
              </a:rPr>
              <a:t>.</a:t>
            </a:r>
          </a:p>
        </p:txBody>
      </p:sp>
      <p:sp>
        <p:nvSpPr>
          <p:cNvPr id="6" name="Rectángulo 5">
            <a:extLst>
              <a:ext uri="{FF2B5EF4-FFF2-40B4-BE49-F238E27FC236}">
                <a16:creationId xmlns:a16="http://schemas.microsoft.com/office/drawing/2014/main" id="{82AE4A84-532D-D50D-F368-79FF1C11E97A}"/>
              </a:ext>
            </a:extLst>
          </p:cNvPr>
          <p:cNvSpPr/>
          <p:nvPr/>
        </p:nvSpPr>
        <p:spPr>
          <a:xfrm>
            <a:off x="609441" y="1418373"/>
            <a:ext cx="5332571" cy="3306028"/>
          </a:xfrm>
          <a:prstGeom prst="rect">
            <a:avLst/>
          </a:prstGeom>
          <a:noFill/>
          <a:ln w="28575">
            <a:solidFill>
              <a:srgbClr val="E0700D"/>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8" name="Rectángulo 7">
            <a:extLst>
              <a:ext uri="{FF2B5EF4-FFF2-40B4-BE49-F238E27FC236}">
                <a16:creationId xmlns:a16="http://schemas.microsoft.com/office/drawing/2014/main" id="{8BEC3D78-C227-4F8E-7F5D-F398FB043D20}"/>
              </a:ext>
            </a:extLst>
          </p:cNvPr>
          <p:cNvSpPr/>
          <p:nvPr/>
        </p:nvSpPr>
        <p:spPr>
          <a:xfrm>
            <a:off x="6476841" y="1420406"/>
            <a:ext cx="5332571" cy="3306028"/>
          </a:xfrm>
          <a:prstGeom prst="rect">
            <a:avLst/>
          </a:prstGeom>
          <a:noFill/>
          <a:ln w="28575">
            <a:solidFill>
              <a:srgbClr val="E0700D"/>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9" name="CuadroTexto 8">
            <a:extLst>
              <a:ext uri="{FF2B5EF4-FFF2-40B4-BE49-F238E27FC236}">
                <a16:creationId xmlns:a16="http://schemas.microsoft.com/office/drawing/2014/main" id="{B5806D5A-9C65-5DDA-AF7C-30CC28E9C38F}"/>
              </a:ext>
            </a:extLst>
          </p:cNvPr>
          <p:cNvSpPr txBox="1"/>
          <p:nvPr/>
        </p:nvSpPr>
        <p:spPr>
          <a:xfrm>
            <a:off x="7925522" y="2496339"/>
            <a:ext cx="2435218" cy="369332"/>
          </a:xfrm>
          <a:prstGeom prst="rect">
            <a:avLst/>
          </a:prstGeom>
          <a:noFill/>
        </p:spPr>
        <p:txBody>
          <a:bodyPr wrap="none" rtlCol="0">
            <a:spAutoFit/>
          </a:bodyPr>
          <a:lstStyle/>
          <a:p>
            <a:pPr algn="ctr"/>
            <a:r>
              <a:rPr lang="es-ES" dirty="0"/>
              <a:t>Paste </a:t>
            </a:r>
            <a:r>
              <a:rPr lang="es-ES" dirty="0" err="1"/>
              <a:t>plot</a:t>
            </a:r>
            <a:r>
              <a:rPr lang="es-ES" dirty="0"/>
              <a:t> </a:t>
            </a:r>
            <a:r>
              <a:rPr lang="es-ES" dirty="0" err="1"/>
              <a:t>of</a:t>
            </a:r>
            <a:r>
              <a:rPr lang="es-ES" dirty="0"/>
              <a:t> </a:t>
            </a:r>
            <a:r>
              <a:rPr lang="es-ES" dirty="0" err="1"/>
              <a:t>layers</a:t>
            </a:r>
            <a:r>
              <a:rPr lang="es-ES" dirty="0"/>
              <a:t> </a:t>
            </a:r>
            <a:r>
              <a:rPr lang="es-ES" dirty="0" err="1"/>
              <a:t>here</a:t>
            </a:r>
            <a:endParaRPr lang="en-US" dirty="0"/>
          </a:p>
        </p:txBody>
      </p:sp>
      <p:pic>
        <p:nvPicPr>
          <p:cNvPr id="5" name="Imagen 4">
            <a:extLst>
              <a:ext uri="{FF2B5EF4-FFF2-40B4-BE49-F238E27FC236}">
                <a16:creationId xmlns:a16="http://schemas.microsoft.com/office/drawing/2014/main" id="{A03E65DD-53E2-9140-C59F-21A241772D69}"/>
              </a:ext>
            </a:extLst>
          </p:cNvPr>
          <p:cNvPicPr>
            <a:picLocks noChangeAspect="1"/>
          </p:cNvPicPr>
          <p:nvPr/>
        </p:nvPicPr>
        <p:blipFill>
          <a:blip r:embed="rId4"/>
          <a:stretch>
            <a:fillRect/>
          </a:stretch>
        </p:blipFill>
        <p:spPr>
          <a:xfrm>
            <a:off x="1697691" y="2641050"/>
            <a:ext cx="2682472" cy="701101"/>
          </a:xfrm>
          <a:prstGeom prst="rect">
            <a:avLst/>
          </a:prstGeom>
        </p:spPr>
      </p:pic>
      <p:pic>
        <p:nvPicPr>
          <p:cNvPr id="11" name="Imagen 10">
            <a:extLst>
              <a:ext uri="{FF2B5EF4-FFF2-40B4-BE49-F238E27FC236}">
                <a16:creationId xmlns:a16="http://schemas.microsoft.com/office/drawing/2014/main" id="{08565CC1-228F-C7E4-A263-F9AC5546A201}"/>
              </a:ext>
            </a:extLst>
          </p:cNvPr>
          <p:cNvPicPr>
            <a:picLocks noChangeAspect="1"/>
          </p:cNvPicPr>
          <p:nvPr/>
        </p:nvPicPr>
        <p:blipFill>
          <a:blip r:embed="rId5"/>
          <a:stretch>
            <a:fillRect/>
          </a:stretch>
        </p:blipFill>
        <p:spPr>
          <a:xfrm>
            <a:off x="7027152" y="1480617"/>
            <a:ext cx="4290956" cy="3239251"/>
          </a:xfrm>
          <a:prstGeom prst="rect">
            <a:avLst/>
          </a:prstGeom>
        </p:spPr>
      </p:pic>
    </p:spTree>
    <p:extLst>
      <p:ext uri="{BB962C8B-B14F-4D97-AF65-F5344CB8AC3E}">
        <p14:creationId xmlns:p14="http://schemas.microsoft.com/office/powerpoint/2010/main" val="730501311"/>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4721758-3D0C-3510-194A-4075C73D458D}"/>
            </a:ext>
          </a:extLst>
        </p:cNvPr>
        <p:cNvGrpSpPr/>
        <p:nvPr/>
      </p:nvGrpSpPr>
      <p:grpSpPr>
        <a:xfrm>
          <a:off x="0" y="0"/>
          <a:ext cx="0" cy="0"/>
          <a:chOff x="0" y="0"/>
          <a:chExt cx="0" cy="0"/>
        </a:xfrm>
      </p:grpSpPr>
      <p:sp>
        <p:nvSpPr>
          <p:cNvPr id="16" name="object 16">
            <a:extLst>
              <a:ext uri="{FF2B5EF4-FFF2-40B4-BE49-F238E27FC236}">
                <a16:creationId xmlns:a16="http://schemas.microsoft.com/office/drawing/2014/main" id="{74F925C6-A9EE-0450-6CF3-EB5E905BE7E0}"/>
              </a:ext>
            </a:extLst>
          </p:cNvPr>
          <p:cNvSpPr txBox="1">
            <a:spLocks noGrp="1"/>
          </p:cNvSpPr>
          <p:nvPr>
            <p:ph type="title"/>
          </p:nvPr>
        </p:nvSpPr>
        <p:spPr>
          <a:xfrm>
            <a:off x="685800" y="408883"/>
            <a:ext cx="10994410" cy="951543"/>
          </a:xfrm>
          <a:prstGeom prst="rect">
            <a:avLst/>
          </a:prstGeom>
        </p:spPr>
        <p:txBody>
          <a:bodyPr vert="horz" wrap="square" lIns="0" tIns="12700" rIns="0" bIns="0" rtlCol="0">
            <a:spAutoFit/>
          </a:bodyPr>
          <a:lstStyle/>
          <a:p>
            <a:pPr marL="12700" algn="just">
              <a:lnSpc>
                <a:spcPct val="100000"/>
              </a:lnSpc>
              <a:spcBef>
                <a:spcPts val="100"/>
              </a:spcBef>
            </a:pPr>
            <a:r>
              <a:rPr lang="en-US" sz="2500" dirty="0"/>
              <a:t>Learning outcome #1b – Notebook section 1. Technology – </a:t>
            </a:r>
            <a:r>
              <a:rPr lang="en-US" sz="2500" dirty="0">
                <a:solidFill>
                  <a:srgbClr val="FF0000"/>
                </a:solidFill>
              </a:rPr>
              <a:t>1 slide per component</a:t>
            </a:r>
            <a:br>
              <a:rPr lang="en-US" sz="2500" dirty="0"/>
            </a:br>
            <a:r>
              <a:rPr lang="en-US" sz="1800" b="0" i="1" dirty="0"/>
              <a:t>“Use your design results from Lab2 and Lab3 to create layout instances of your designed components: DCs, MMIs, MZIs &amp; Ring Resonators”</a:t>
            </a:r>
            <a:endParaRPr sz="2500" b="0" i="1" dirty="0">
              <a:latin typeface="+mj-lt"/>
              <a:cs typeface="Lucida Sans"/>
            </a:endParaRPr>
          </a:p>
        </p:txBody>
      </p:sp>
      <p:pic>
        <p:nvPicPr>
          <p:cNvPr id="83" name="Gráfico 82">
            <a:extLst>
              <a:ext uri="{FF2B5EF4-FFF2-40B4-BE49-F238E27FC236}">
                <a16:creationId xmlns:a16="http://schemas.microsoft.com/office/drawing/2014/main" id="{61751C67-979A-7D64-9474-F594568485E6}"/>
              </a:ext>
            </a:extLst>
          </p:cNvPr>
          <p:cNvPicPr>
            <a:picLocks noChangeAspect="1"/>
          </p:cNvPicPr>
          <p:nvPr/>
        </p:nvPicPr>
        <p:blipFill>
          <a:blip>
            <a:extLst>
              <a:ext uri="{96DAC541-7B7A-43D3-8B79-37D633B846F1}">
                <asvg:svgBlip xmlns:asvg="http://schemas.microsoft.com/office/drawing/2016/SVG/main" r:embed="rId3"/>
              </a:ext>
            </a:extLst>
          </a:blip>
          <a:stretch>
            <a:fillRect/>
          </a:stretch>
        </p:blipFill>
        <p:spPr>
          <a:xfrm>
            <a:off x="5045006" y="6356057"/>
            <a:ext cx="6409575" cy="363174"/>
          </a:xfrm>
          <a:prstGeom prst="rect">
            <a:avLst/>
          </a:prstGeom>
        </p:spPr>
      </p:pic>
      <p:sp>
        <p:nvSpPr>
          <p:cNvPr id="84" name="Marcador de número de diapositiva 83">
            <a:extLst>
              <a:ext uri="{FF2B5EF4-FFF2-40B4-BE49-F238E27FC236}">
                <a16:creationId xmlns:a16="http://schemas.microsoft.com/office/drawing/2014/main" id="{F5A815B6-7BA3-E2CF-377E-EACA0F621FAA}"/>
              </a:ext>
            </a:extLst>
          </p:cNvPr>
          <p:cNvSpPr>
            <a:spLocks noGrp="1"/>
          </p:cNvSpPr>
          <p:nvPr>
            <p:ph type="sldNum" sz="quarter" idx="7"/>
          </p:nvPr>
        </p:nvSpPr>
        <p:spPr/>
        <p:txBody>
          <a:bodyPr/>
          <a:lstStyle/>
          <a:p>
            <a:fld id="{B6F15528-21DE-4FAA-801E-634DDDAF4B2B}" type="slidenum">
              <a:rPr lang="es-ES" smtClean="0"/>
              <a:t>4</a:t>
            </a:fld>
            <a:endParaRPr lang="es-ES"/>
          </a:p>
        </p:txBody>
      </p:sp>
      <p:sp>
        <p:nvSpPr>
          <p:cNvPr id="3" name="Marcador de pie de página 2">
            <a:extLst>
              <a:ext uri="{FF2B5EF4-FFF2-40B4-BE49-F238E27FC236}">
                <a16:creationId xmlns:a16="http://schemas.microsoft.com/office/drawing/2014/main" id="{018AEC9F-5174-0EEA-5CD3-65515392F16F}"/>
              </a:ext>
            </a:extLst>
          </p:cNvPr>
          <p:cNvSpPr>
            <a:spLocks noGrp="1"/>
          </p:cNvSpPr>
          <p:nvPr>
            <p:ph type="ftr" sz="quarter" idx="5"/>
          </p:nvPr>
        </p:nvSpPr>
        <p:spPr/>
        <p:txBody>
          <a:bodyPr/>
          <a:lstStyle/>
          <a:p>
            <a:pPr marL="12700">
              <a:spcBef>
                <a:spcPts val="15"/>
              </a:spcBef>
            </a:pPr>
            <a:r>
              <a:rPr lang="es-ES" spc="-5"/>
              <a:t>LAB 4.0. LAYOUT</a:t>
            </a:r>
            <a:endParaRPr lang="es-ES" spc="-5" dirty="0"/>
          </a:p>
        </p:txBody>
      </p:sp>
      <p:sp>
        <p:nvSpPr>
          <p:cNvPr id="2" name="CuadroTexto 1">
            <a:extLst>
              <a:ext uri="{FF2B5EF4-FFF2-40B4-BE49-F238E27FC236}">
                <a16:creationId xmlns:a16="http://schemas.microsoft.com/office/drawing/2014/main" id="{A1BE4500-9BE4-025B-9167-E8AC6466B028}"/>
              </a:ext>
            </a:extLst>
          </p:cNvPr>
          <p:cNvSpPr txBox="1"/>
          <p:nvPr/>
        </p:nvSpPr>
        <p:spPr>
          <a:xfrm>
            <a:off x="609441" y="4860334"/>
            <a:ext cx="11199971" cy="1384995"/>
          </a:xfrm>
          <a:prstGeom prst="rect">
            <a:avLst/>
          </a:prstGeom>
          <a:solidFill>
            <a:schemeClr val="bg1">
              <a:lumMod val="95000"/>
            </a:schemeClr>
          </a:solidFill>
          <a:ln w="28575">
            <a:solidFill>
              <a:srgbClr val="E0700D"/>
            </a:solidFill>
          </a:ln>
        </p:spPr>
        <p:txBody>
          <a:bodyPr wrap="square" rtlCol="0">
            <a:spAutoFit/>
          </a:bodyPr>
          <a:lstStyle/>
          <a:p>
            <a:r>
              <a:rPr lang="es-ES" sz="1200" dirty="0">
                <a:latin typeface="Arial" panose="020B0604020202020204" pitchFamily="34" charset="0"/>
                <a:cs typeface="Arial" panose="020B0604020202020204" pitchFamily="34" charset="0"/>
              </a:rPr>
              <a:t>El </a:t>
            </a:r>
            <a:r>
              <a:rPr lang="es-ES" sz="1200" dirty="0" err="1">
                <a:latin typeface="Arial" panose="020B0604020202020204" pitchFamily="34" charset="0"/>
                <a:cs typeface="Arial" panose="020B0604020202020204" pitchFamily="34" charset="0"/>
              </a:rPr>
              <a:t>Directional</a:t>
            </a:r>
            <a:r>
              <a:rPr lang="es-ES" sz="1200" dirty="0">
                <a:latin typeface="Arial" panose="020B0604020202020204" pitchFamily="34" charset="0"/>
                <a:cs typeface="Arial" panose="020B0604020202020204" pitchFamily="34" charset="0"/>
              </a:rPr>
              <a:t> </a:t>
            </a:r>
            <a:r>
              <a:rPr lang="es-ES" sz="1200" dirty="0" err="1">
                <a:latin typeface="Arial" panose="020B0604020202020204" pitchFamily="34" charset="0"/>
                <a:cs typeface="Arial" panose="020B0604020202020204" pitchFamily="34" charset="0"/>
              </a:rPr>
              <a:t>Coupler</a:t>
            </a:r>
            <a:r>
              <a:rPr lang="es-ES" sz="1200" dirty="0">
                <a:latin typeface="Arial" panose="020B0604020202020204" pitchFamily="34" charset="0"/>
                <a:cs typeface="Arial" panose="020B0604020202020204" pitchFamily="34" charset="0"/>
              </a:rPr>
              <a:t> se ha implementado utilizando dos guías ópticas paralelas de sección transversal, con un espesor del núcleo de 0.3 µm y un ancho de 0.5 µm, tal como se especifica en el apartado 1.2 de la práctica 3. Ambas guías se han separado mediante un gap de 0.6 µm, que es el parámetro clave que determina el acoplamiento de potencia entre ellas.</a:t>
            </a:r>
          </a:p>
          <a:p>
            <a:endParaRPr lang="es-ES" sz="1200" dirty="0">
              <a:latin typeface="Arial" panose="020B0604020202020204" pitchFamily="34" charset="0"/>
              <a:cs typeface="Arial" panose="020B0604020202020204" pitchFamily="34" charset="0"/>
            </a:endParaRPr>
          </a:p>
          <a:p>
            <a:r>
              <a:rPr lang="es-ES" sz="1200" dirty="0">
                <a:latin typeface="Arial" panose="020B0604020202020204" pitchFamily="34" charset="0"/>
                <a:cs typeface="Arial" panose="020B0604020202020204" pitchFamily="34" charset="0"/>
              </a:rPr>
              <a:t>El </a:t>
            </a:r>
            <a:r>
              <a:rPr lang="es-ES" sz="1200" dirty="0" err="1">
                <a:latin typeface="Arial" panose="020B0604020202020204" pitchFamily="34" charset="0"/>
                <a:cs typeface="Arial" panose="020B0604020202020204" pitchFamily="34" charset="0"/>
              </a:rPr>
              <a:t>layout</a:t>
            </a:r>
            <a:r>
              <a:rPr lang="es-ES" sz="1200" dirty="0">
                <a:latin typeface="Arial" panose="020B0604020202020204" pitchFamily="34" charset="0"/>
                <a:cs typeface="Arial" panose="020B0604020202020204" pitchFamily="34" charset="0"/>
              </a:rPr>
              <a:t> se ha construido instanciando dos guías rectas idénticas y desplazando una de ellas en el eje Y para obtener la separación deseada. La longitud de interacción se ha fijado en 5 µm, de modo que las dos guías permanecen paralelas a lo largo de toda la región de acoplamiento. El resultado es un acoplador direccional básico, donde la transferencia de potencia entre las guías depende de la combinación de la longitud de acoplamiento y del gap definido.</a:t>
            </a:r>
          </a:p>
        </p:txBody>
      </p:sp>
      <p:sp>
        <p:nvSpPr>
          <p:cNvPr id="6" name="Rectángulo 5">
            <a:extLst>
              <a:ext uri="{FF2B5EF4-FFF2-40B4-BE49-F238E27FC236}">
                <a16:creationId xmlns:a16="http://schemas.microsoft.com/office/drawing/2014/main" id="{FB364273-7E07-9E83-F4A6-1AFD1AEFE243}"/>
              </a:ext>
            </a:extLst>
          </p:cNvPr>
          <p:cNvSpPr/>
          <p:nvPr/>
        </p:nvSpPr>
        <p:spPr>
          <a:xfrm>
            <a:off x="609441" y="1418373"/>
            <a:ext cx="5332571" cy="3306028"/>
          </a:xfrm>
          <a:prstGeom prst="rect">
            <a:avLst/>
          </a:prstGeom>
          <a:noFill/>
          <a:ln w="28575">
            <a:solidFill>
              <a:srgbClr val="E0700D"/>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8" name="Rectángulo 7">
            <a:extLst>
              <a:ext uri="{FF2B5EF4-FFF2-40B4-BE49-F238E27FC236}">
                <a16:creationId xmlns:a16="http://schemas.microsoft.com/office/drawing/2014/main" id="{8C1E968B-0AE0-37CB-7468-A50896329E70}"/>
              </a:ext>
            </a:extLst>
          </p:cNvPr>
          <p:cNvSpPr/>
          <p:nvPr/>
        </p:nvSpPr>
        <p:spPr>
          <a:xfrm>
            <a:off x="6476841" y="1420406"/>
            <a:ext cx="5332571" cy="3306028"/>
          </a:xfrm>
          <a:prstGeom prst="rect">
            <a:avLst/>
          </a:prstGeom>
          <a:noFill/>
          <a:ln w="28575">
            <a:solidFill>
              <a:srgbClr val="E0700D"/>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9" name="CuadroTexto 8">
            <a:extLst>
              <a:ext uri="{FF2B5EF4-FFF2-40B4-BE49-F238E27FC236}">
                <a16:creationId xmlns:a16="http://schemas.microsoft.com/office/drawing/2014/main" id="{89877566-4E2F-8CE5-3749-EB4B91552614}"/>
              </a:ext>
            </a:extLst>
          </p:cNvPr>
          <p:cNvSpPr txBox="1"/>
          <p:nvPr/>
        </p:nvSpPr>
        <p:spPr>
          <a:xfrm>
            <a:off x="7956912" y="2496339"/>
            <a:ext cx="2372445" cy="369332"/>
          </a:xfrm>
          <a:prstGeom prst="rect">
            <a:avLst/>
          </a:prstGeom>
          <a:noFill/>
        </p:spPr>
        <p:txBody>
          <a:bodyPr wrap="none" rtlCol="0">
            <a:spAutoFit/>
          </a:bodyPr>
          <a:lstStyle/>
          <a:p>
            <a:pPr algn="ctr"/>
            <a:r>
              <a:rPr lang="es-ES" dirty="0" err="1"/>
              <a:t>Component</a:t>
            </a:r>
            <a:r>
              <a:rPr lang="es-ES" dirty="0"/>
              <a:t> </a:t>
            </a:r>
            <a:r>
              <a:rPr lang="es-ES" dirty="0" err="1"/>
              <a:t>screenshot</a:t>
            </a:r>
            <a:endParaRPr lang="en-US" dirty="0"/>
          </a:p>
        </p:txBody>
      </p:sp>
      <p:pic>
        <p:nvPicPr>
          <p:cNvPr id="5" name="Imagen 4">
            <a:extLst>
              <a:ext uri="{FF2B5EF4-FFF2-40B4-BE49-F238E27FC236}">
                <a16:creationId xmlns:a16="http://schemas.microsoft.com/office/drawing/2014/main" id="{2BA6ED1B-EAF3-BF62-0406-729FA882CD4A}"/>
              </a:ext>
            </a:extLst>
          </p:cNvPr>
          <p:cNvPicPr>
            <a:picLocks noChangeAspect="1"/>
          </p:cNvPicPr>
          <p:nvPr/>
        </p:nvPicPr>
        <p:blipFill>
          <a:blip r:embed="rId4"/>
          <a:stretch>
            <a:fillRect/>
          </a:stretch>
        </p:blipFill>
        <p:spPr>
          <a:xfrm>
            <a:off x="6858000" y="1557243"/>
            <a:ext cx="4189021" cy="3162300"/>
          </a:xfrm>
          <a:prstGeom prst="rect">
            <a:avLst/>
          </a:prstGeom>
        </p:spPr>
      </p:pic>
      <p:pic>
        <p:nvPicPr>
          <p:cNvPr id="10" name="Imagen 9">
            <a:extLst>
              <a:ext uri="{FF2B5EF4-FFF2-40B4-BE49-F238E27FC236}">
                <a16:creationId xmlns:a16="http://schemas.microsoft.com/office/drawing/2014/main" id="{A2285641-8861-91AF-07A8-29E2BCF9873A}"/>
              </a:ext>
            </a:extLst>
          </p:cNvPr>
          <p:cNvPicPr>
            <a:picLocks noChangeAspect="1"/>
          </p:cNvPicPr>
          <p:nvPr/>
        </p:nvPicPr>
        <p:blipFill>
          <a:blip r:embed="rId5"/>
          <a:stretch>
            <a:fillRect/>
          </a:stretch>
        </p:blipFill>
        <p:spPr>
          <a:xfrm>
            <a:off x="2152119" y="1455344"/>
            <a:ext cx="2401361" cy="3230233"/>
          </a:xfrm>
          <a:prstGeom prst="rect">
            <a:avLst/>
          </a:prstGeom>
        </p:spPr>
      </p:pic>
    </p:spTree>
    <p:extLst>
      <p:ext uri="{BB962C8B-B14F-4D97-AF65-F5344CB8AC3E}">
        <p14:creationId xmlns:p14="http://schemas.microsoft.com/office/powerpoint/2010/main" val="1196424563"/>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86403D9-0B62-317B-88A6-8615672E4839}"/>
            </a:ext>
          </a:extLst>
        </p:cNvPr>
        <p:cNvGrpSpPr/>
        <p:nvPr/>
      </p:nvGrpSpPr>
      <p:grpSpPr>
        <a:xfrm>
          <a:off x="0" y="0"/>
          <a:ext cx="0" cy="0"/>
          <a:chOff x="0" y="0"/>
          <a:chExt cx="0" cy="0"/>
        </a:xfrm>
      </p:grpSpPr>
      <p:sp>
        <p:nvSpPr>
          <p:cNvPr id="16" name="object 16">
            <a:extLst>
              <a:ext uri="{FF2B5EF4-FFF2-40B4-BE49-F238E27FC236}">
                <a16:creationId xmlns:a16="http://schemas.microsoft.com/office/drawing/2014/main" id="{5D645FAA-6E85-5FD8-5E73-FB292780B797}"/>
              </a:ext>
            </a:extLst>
          </p:cNvPr>
          <p:cNvSpPr txBox="1">
            <a:spLocks noGrp="1"/>
          </p:cNvSpPr>
          <p:nvPr>
            <p:ph type="title"/>
          </p:nvPr>
        </p:nvSpPr>
        <p:spPr>
          <a:xfrm>
            <a:off x="685800" y="408883"/>
            <a:ext cx="10994410" cy="951543"/>
          </a:xfrm>
          <a:prstGeom prst="rect">
            <a:avLst/>
          </a:prstGeom>
        </p:spPr>
        <p:txBody>
          <a:bodyPr vert="horz" wrap="square" lIns="0" tIns="12700" rIns="0" bIns="0" rtlCol="0">
            <a:spAutoFit/>
          </a:bodyPr>
          <a:lstStyle/>
          <a:p>
            <a:pPr marL="12700" algn="just">
              <a:lnSpc>
                <a:spcPct val="100000"/>
              </a:lnSpc>
              <a:spcBef>
                <a:spcPts val="100"/>
              </a:spcBef>
            </a:pPr>
            <a:r>
              <a:rPr lang="en-US" sz="2500" dirty="0"/>
              <a:t>Learning outcome #1b – Notebook section 1. Technology – </a:t>
            </a:r>
            <a:r>
              <a:rPr lang="en-US" sz="2500" dirty="0">
                <a:solidFill>
                  <a:srgbClr val="FF0000"/>
                </a:solidFill>
              </a:rPr>
              <a:t>1 slide per component</a:t>
            </a:r>
            <a:br>
              <a:rPr lang="en-US" sz="2500" dirty="0"/>
            </a:br>
            <a:r>
              <a:rPr lang="en-US" sz="1800" b="0" i="1" dirty="0"/>
              <a:t>“Use your design results from Lab2 and Lab3 to create layout instances of your designed components: DCs, MMIs, MZIs &amp; Ring Resonators”</a:t>
            </a:r>
            <a:endParaRPr sz="2500" b="0" i="1" dirty="0">
              <a:latin typeface="+mj-lt"/>
              <a:cs typeface="Lucida Sans"/>
            </a:endParaRPr>
          </a:p>
        </p:txBody>
      </p:sp>
      <p:pic>
        <p:nvPicPr>
          <p:cNvPr id="83" name="Gráfico 82">
            <a:extLst>
              <a:ext uri="{FF2B5EF4-FFF2-40B4-BE49-F238E27FC236}">
                <a16:creationId xmlns:a16="http://schemas.microsoft.com/office/drawing/2014/main" id="{202D68B5-E396-B660-19CC-31DFA8B04FA3}"/>
              </a:ext>
            </a:extLst>
          </p:cNvPr>
          <p:cNvPicPr>
            <a:picLocks noChangeAspect="1"/>
          </p:cNvPicPr>
          <p:nvPr/>
        </p:nvPicPr>
        <p:blipFill>
          <a:blip>
            <a:extLst>
              <a:ext uri="{96DAC541-7B7A-43D3-8B79-37D633B846F1}">
                <asvg:svgBlip xmlns:asvg="http://schemas.microsoft.com/office/drawing/2016/SVG/main" r:embed="rId3"/>
              </a:ext>
            </a:extLst>
          </a:blip>
          <a:stretch>
            <a:fillRect/>
          </a:stretch>
        </p:blipFill>
        <p:spPr>
          <a:xfrm>
            <a:off x="5045006" y="6356057"/>
            <a:ext cx="6409575" cy="363174"/>
          </a:xfrm>
          <a:prstGeom prst="rect">
            <a:avLst/>
          </a:prstGeom>
        </p:spPr>
      </p:pic>
      <p:sp>
        <p:nvSpPr>
          <p:cNvPr id="84" name="Marcador de número de diapositiva 83">
            <a:extLst>
              <a:ext uri="{FF2B5EF4-FFF2-40B4-BE49-F238E27FC236}">
                <a16:creationId xmlns:a16="http://schemas.microsoft.com/office/drawing/2014/main" id="{FF2147AC-3206-4B1A-0F1E-128D8E69FDBE}"/>
              </a:ext>
            </a:extLst>
          </p:cNvPr>
          <p:cNvSpPr>
            <a:spLocks noGrp="1"/>
          </p:cNvSpPr>
          <p:nvPr>
            <p:ph type="sldNum" sz="quarter" idx="7"/>
          </p:nvPr>
        </p:nvSpPr>
        <p:spPr/>
        <p:txBody>
          <a:bodyPr/>
          <a:lstStyle/>
          <a:p>
            <a:fld id="{B6F15528-21DE-4FAA-801E-634DDDAF4B2B}" type="slidenum">
              <a:rPr lang="es-ES" smtClean="0"/>
              <a:t>5</a:t>
            </a:fld>
            <a:endParaRPr lang="es-ES"/>
          </a:p>
        </p:txBody>
      </p:sp>
      <p:sp>
        <p:nvSpPr>
          <p:cNvPr id="3" name="Marcador de pie de página 2">
            <a:extLst>
              <a:ext uri="{FF2B5EF4-FFF2-40B4-BE49-F238E27FC236}">
                <a16:creationId xmlns:a16="http://schemas.microsoft.com/office/drawing/2014/main" id="{F0FD575E-5365-C3CF-CD55-9AEF7414DD56}"/>
              </a:ext>
            </a:extLst>
          </p:cNvPr>
          <p:cNvSpPr>
            <a:spLocks noGrp="1"/>
          </p:cNvSpPr>
          <p:nvPr>
            <p:ph type="ftr" sz="quarter" idx="5"/>
          </p:nvPr>
        </p:nvSpPr>
        <p:spPr/>
        <p:txBody>
          <a:bodyPr/>
          <a:lstStyle/>
          <a:p>
            <a:pPr marL="12700">
              <a:spcBef>
                <a:spcPts val="15"/>
              </a:spcBef>
            </a:pPr>
            <a:r>
              <a:rPr lang="es-ES" spc="-5"/>
              <a:t>LAB 4.0. LAYOUT</a:t>
            </a:r>
            <a:endParaRPr lang="es-ES" spc="-5" dirty="0"/>
          </a:p>
        </p:txBody>
      </p:sp>
      <p:sp>
        <p:nvSpPr>
          <p:cNvPr id="2" name="CuadroTexto 1">
            <a:extLst>
              <a:ext uri="{FF2B5EF4-FFF2-40B4-BE49-F238E27FC236}">
                <a16:creationId xmlns:a16="http://schemas.microsoft.com/office/drawing/2014/main" id="{9B32AA3E-945E-4704-9E51-F454AE3F03A9}"/>
              </a:ext>
            </a:extLst>
          </p:cNvPr>
          <p:cNvSpPr txBox="1"/>
          <p:nvPr/>
        </p:nvSpPr>
        <p:spPr>
          <a:xfrm>
            <a:off x="609441" y="4860334"/>
            <a:ext cx="11199971" cy="1200329"/>
          </a:xfrm>
          <a:prstGeom prst="rect">
            <a:avLst/>
          </a:prstGeom>
          <a:solidFill>
            <a:schemeClr val="bg1">
              <a:lumMod val="95000"/>
            </a:schemeClr>
          </a:solidFill>
          <a:ln w="28575">
            <a:solidFill>
              <a:srgbClr val="E0700D"/>
            </a:solidFill>
          </a:ln>
        </p:spPr>
        <p:txBody>
          <a:bodyPr wrap="square" rtlCol="0">
            <a:spAutoFit/>
          </a:bodyPr>
          <a:lstStyle/>
          <a:p>
            <a:r>
              <a:rPr lang="es-ES" sz="1200" dirty="0">
                <a:latin typeface="Arial" panose="020B0604020202020204" pitchFamily="34" charset="0"/>
                <a:cs typeface="Arial" panose="020B0604020202020204" pitchFamily="34" charset="0"/>
              </a:rPr>
              <a:t>Para el diseño del MMI se ha seguido el procedimiento mostrado en la práctica 2, apartado 6.3, adaptando los parámetros a los valores especificados para este ejercicio. El MMI se ha implementado como una región rectangular de guía ancha con un ancho de 6.6 µm y una longitud de 34.517 µm, que constituye la zona donde se produce el fenómeno de </a:t>
            </a:r>
            <a:r>
              <a:rPr lang="es-ES" sz="1200" dirty="0" err="1">
                <a:latin typeface="Arial" panose="020B0604020202020204" pitchFamily="34" charset="0"/>
                <a:cs typeface="Arial" panose="020B0604020202020204" pitchFamily="34" charset="0"/>
              </a:rPr>
              <a:t>self‑imaging</a:t>
            </a:r>
            <a:r>
              <a:rPr lang="es-ES" sz="1200" dirty="0">
                <a:latin typeface="Arial" panose="020B0604020202020204" pitchFamily="34" charset="0"/>
                <a:cs typeface="Arial" panose="020B0604020202020204" pitchFamily="34" charset="0"/>
              </a:rPr>
              <a:t>.</a:t>
            </a:r>
          </a:p>
          <a:p>
            <a:r>
              <a:rPr lang="es-ES" sz="1200" dirty="0">
                <a:latin typeface="Arial" panose="020B0604020202020204" pitchFamily="34" charset="0"/>
                <a:cs typeface="Arial" panose="020B0604020202020204" pitchFamily="34" charset="0"/>
              </a:rPr>
              <a:t>Las guías de entrada y salida se han modelado como guías </a:t>
            </a:r>
            <a:r>
              <a:rPr lang="es-ES" sz="1200" dirty="0" err="1">
                <a:latin typeface="Arial" panose="020B0604020202020204" pitchFamily="34" charset="0"/>
                <a:cs typeface="Arial" panose="020B0604020202020204" pitchFamily="34" charset="0"/>
              </a:rPr>
              <a:t>strip</a:t>
            </a:r>
            <a:r>
              <a:rPr lang="es-ES" sz="1200" dirty="0">
                <a:latin typeface="Arial" panose="020B0604020202020204" pitchFamily="34" charset="0"/>
                <a:cs typeface="Arial" panose="020B0604020202020204" pitchFamily="34" charset="0"/>
              </a:rPr>
              <a:t> de 0.8 µm de ancho, con una longitud inicial de 1.8 µm. Para asegurar la correcta alineación vertical entre los puertos, la guía inferior se desplaza mediante un </a:t>
            </a:r>
            <a:r>
              <a:rPr lang="es-ES" sz="1200" dirty="0" err="1">
                <a:latin typeface="Arial" panose="020B0604020202020204" pitchFamily="34" charset="0"/>
                <a:cs typeface="Arial" panose="020B0604020202020204" pitchFamily="34" charset="0"/>
              </a:rPr>
              <a:t>dy</a:t>
            </a:r>
            <a:r>
              <a:rPr lang="es-ES" sz="1200" dirty="0">
                <a:latin typeface="Arial" panose="020B0604020202020204" pitchFamily="34" charset="0"/>
                <a:cs typeface="Arial" panose="020B0604020202020204" pitchFamily="34" charset="0"/>
              </a:rPr>
              <a:t> = 0.055 µm, manteniendo así la simetría necesaria para el funcionamiento del MMI. Las guías se colocan a ambos lados del bloque rectangular, de forma que conectan directamente con la región MMI sin necesidad de </a:t>
            </a:r>
            <a:r>
              <a:rPr lang="es-ES" sz="1200" dirty="0" err="1">
                <a:latin typeface="Arial" panose="020B0604020202020204" pitchFamily="34" charset="0"/>
                <a:cs typeface="Arial" panose="020B0604020202020204" pitchFamily="34" charset="0"/>
              </a:rPr>
              <a:t>tapers</a:t>
            </a:r>
            <a:r>
              <a:rPr lang="es-ES" sz="1200" dirty="0">
                <a:latin typeface="Arial" panose="020B0604020202020204" pitchFamily="34" charset="0"/>
                <a:cs typeface="Arial" panose="020B0604020202020204" pitchFamily="34" charset="0"/>
              </a:rPr>
              <a:t> adicionales.</a:t>
            </a:r>
          </a:p>
        </p:txBody>
      </p:sp>
      <p:sp>
        <p:nvSpPr>
          <p:cNvPr id="6" name="Rectángulo 5">
            <a:extLst>
              <a:ext uri="{FF2B5EF4-FFF2-40B4-BE49-F238E27FC236}">
                <a16:creationId xmlns:a16="http://schemas.microsoft.com/office/drawing/2014/main" id="{634A2F2A-06BB-C225-E3E5-E9C1C263A83A}"/>
              </a:ext>
            </a:extLst>
          </p:cNvPr>
          <p:cNvSpPr/>
          <p:nvPr/>
        </p:nvSpPr>
        <p:spPr>
          <a:xfrm>
            <a:off x="609441" y="1418373"/>
            <a:ext cx="5332571" cy="3306028"/>
          </a:xfrm>
          <a:prstGeom prst="rect">
            <a:avLst/>
          </a:prstGeom>
          <a:noFill/>
          <a:ln w="28575">
            <a:solidFill>
              <a:srgbClr val="E0700D"/>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8" name="Rectángulo 7">
            <a:extLst>
              <a:ext uri="{FF2B5EF4-FFF2-40B4-BE49-F238E27FC236}">
                <a16:creationId xmlns:a16="http://schemas.microsoft.com/office/drawing/2014/main" id="{56A31034-52DE-4CA1-B5E0-F463A866AD8D}"/>
              </a:ext>
            </a:extLst>
          </p:cNvPr>
          <p:cNvSpPr/>
          <p:nvPr/>
        </p:nvSpPr>
        <p:spPr>
          <a:xfrm>
            <a:off x="6476841" y="1420406"/>
            <a:ext cx="5332571" cy="3306028"/>
          </a:xfrm>
          <a:prstGeom prst="rect">
            <a:avLst/>
          </a:prstGeom>
          <a:noFill/>
          <a:ln w="28575">
            <a:solidFill>
              <a:srgbClr val="E0700D"/>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11" name="Imagen 10">
            <a:extLst>
              <a:ext uri="{FF2B5EF4-FFF2-40B4-BE49-F238E27FC236}">
                <a16:creationId xmlns:a16="http://schemas.microsoft.com/office/drawing/2014/main" id="{FACE9D5B-F570-DF52-D3DD-449F37574A36}"/>
              </a:ext>
            </a:extLst>
          </p:cNvPr>
          <p:cNvPicPr>
            <a:picLocks noChangeAspect="1"/>
          </p:cNvPicPr>
          <p:nvPr/>
        </p:nvPicPr>
        <p:blipFill>
          <a:blip r:embed="rId4"/>
          <a:stretch>
            <a:fillRect/>
          </a:stretch>
        </p:blipFill>
        <p:spPr>
          <a:xfrm>
            <a:off x="6985710" y="1443255"/>
            <a:ext cx="4314832" cy="3257275"/>
          </a:xfrm>
          <a:prstGeom prst="rect">
            <a:avLst/>
          </a:prstGeom>
        </p:spPr>
      </p:pic>
      <p:pic>
        <p:nvPicPr>
          <p:cNvPr id="7" name="Imagen 6">
            <a:extLst>
              <a:ext uri="{FF2B5EF4-FFF2-40B4-BE49-F238E27FC236}">
                <a16:creationId xmlns:a16="http://schemas.microsoft.com/office/drawing/2014/main" id="{4F1DC297-F931-0959-0F5B-4BCF99F1DCEF}"/>
              </a:ext>
            </a:extLst>
          </p:cNvPr>
          <p:cNvPicPr>
            <a:picLocks noChangeAspect="1"/>
          </p:cNvPicPr>
          <p:nvPr/>
        </p:nvPicPr>
        <p:blipFill>
          <a:blip r:embed="rId5"/>
          <a:stretch>
            <a:fillRect/>
          </a:stretch>
        </p:blipFill>
        <p:spPr>
          <a:xfrm>
            <a:off x="1491957" y="1629383"/>
            <a:ext cx="3567537" cy="2787497"/>
          </a:xfrm>
          <a:prstGeom prst="rect">
            <a:avLst/>
          </a:prstGeom>
        </p:spPr>
      </p:pic>
    </p:spTree>
    <p:extLst>
      <p:ext uri="{BB962C8B-B14F-4D97-AF65-F5344CB8AC3E}">
        <p14:creationId xmlns:p14="http://schemas.microsoft.com/office/powerpoint/2010/main" val="1826692324"/>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B23ACF2-FC49-3D7E-D958-F09D0E6A2CEB}"/>
            </a:ext>
          </a:extLst>
        </p:cNvPr>
        <p:cNvGrpSpPr/>
        <p:nvPr/>
      </p:nvGrpSpPr>
      <p:grpSpPr>
        <a:xfrm>
          <a:off x="0" y="0"/>
          <a:ext cx="0" cy="0"/>
          <a:chOff x="0" y="0"/>
          <a:chExt cx="0" cy="0"/>
        </a:xfrm>
      </p:grpSpPr>
      <p:sp>
        <p:nvSpPr>
          <p:cNvPr id="16" name="object 16">
            <a:extLst>
              <a:ext uri="{FF2B5EF4-FFF2-40B4-BE49-F238E27FC236}">
                <a16:creationId xmlns:a16="http://schemas.microsoft.com/office/drawing/2014/main" id="{F6A54A00-66FE-6FC0-3B70-27B9A70A911A}"/>
              </a:ext>
            </a:extLst>
          </p:cNvPr>
          <p:cNvSpPr txBox="1">
            <a:spLocks noGrp="1"/>
          </p:cNvSpPr>
          <p:nvPr>
            <p:ph type="title"/>
          </p:nvPr>
        </p:nvSpPr>
        <p:spPr>
          <a:xfrm>
            <a:off x="685800" y="408883"/>
            <a:ext cx="10994410" cy="951543"/>
          </a:xfrm>
          <a:prstGeom prst="rect">
            <a:avLst/>
          </a:prstGeom>
        </p:spPr>
        <p:txBody>
          <a:bodyPr vert="horz" wrap="square" lIns="0" tIns="12700" rIns="0" bIns="0" rtlCol="0">
            <a:spAutoFit/>
          </a:bodyPr>
          <a:lstStyle/>
          <a:p>
            <a:pPr marL="12700" algn="just">
              <a:lnSpc>
                <a:spcPct val="100000"/>
              </a:lnSpc>
              <a:spcBef>
                <a:spcPts val="100"/>
              </a:spcBef>
            </a:pPr>
            <a:r>
              <a:rPr lang="en-US" sz="2500" dirty="0"/>
              <a:t>Learning outcome #1b – Notebook section 1. Technology – </a:t>
            </a:r>
            <a:r>
              <a:rPr lang="en-US" sz="2500" dirty="0">
                <a:solidFill>
                  <a:srgbClr val="FF0000"/>
                </a:solidFill>
              </a:rPr>
              <a:t>1 slide per component</a:t>
            </a:r>
            <a:br>
              <a:rPr lang="en-US" sz="2500" dirty="0"/>
            </a:br>
            <a:r>
              <a:rPr lang="en-US" sz="1800" b="0" i="1" dirty="0"/>
              <a:t>“Use your design results from Lab2 and Lab3 to create layout instances of your designed components: DCs, MMIs, MZIs &amp; Ring Resonators”</a:t>
            </a:r>
            <a:endParaRPr sz="2500" b="0" i="1" dirty="0">
              <a:latin typeface="+mj-lt"/>
              <a:cs typeface="Lucida Sans"/>
            </a:endParaRPr>
          </a:p>
        </p:txBody>
      </p:sp>
      <p:pic>
        <p:nvPicPr>
          <p:cNvPr id="83" name="Gráfico 82">
            <a:extLst>
              <a:ext uri="{FF2B5EF4-FFF2-40B4-BE49-F238E27FC236}">
                <a16:creationId xmlns:a16="http://schemas.microsoft.com/office/drawing/2014/main" id="{438B161B-8248-3AEF-F924-922380028432}"/>
              </a:ext>
            </a:extLst>
          </p:cNvPr>
          <p:cNvPicPr>
            <a:picLocks noChangeAspect="1"/>
          </p:cNvPicPr>
          <p:nvPr/>
        </p:nvPicPr>
        <p:blipFill>
          <a:blip>
            <a:extLst>
              <a:ext uri="{96DAC541-7B7A-43D3-8B79-37D633B846F1}">
                <asvg:svgBlip xmlns:asvg="http://schemas.microsoft.com/office/drawing/2016/SVG/main" r:embed="rId3"/>
              </a:ext>
            </a:extLst>
          </a:blip>
          <a:stretch>
            <a:fillRect/>
          </a:stretch>
        </p:blipFill>
        <p:spPr>
          <a:xfrm>
            <a:off x="5045006" y="6356057"/>
            <a:ext cx="6409575" cy="363174"/>
          </a:xfrm>
          <a:prstGeom prst="rect">
            <a:avLst/>
          </a:prstGeom>
        </p:spPr>
      </p:pic>
      <p:sp>
        <p:nvSpPr>
          <p:cNvPr id="84" name="Marcador de número de diapositiva 83">
            <a:extLst>
              <a:ext uri="{FF2B5EF4-FFF2-40B4-BE49-F238E27FC236}">
                <a16:creationId xmlns:a16="http://schemas.microsoft.com/office/drawing/2014/main" id="{1C3A60C4-62CC-5183-7102-1E7B20EEEDAB}"/>
              </a:ext>
            </a:extLst>
          </p:cNvPr>
          <p:cNvSpPr>
            <a:spLocks noGrp="1"/>
          </p:cNvSpPr>
          <p:nvPr>
            <p:ph type="sldNum" sz="quarter" idx="7"/>
          </p:nvPr>
        </p:nvSpPr>
        <p:spPr/>
        <p:txBody>
          <a:bodyPr/>
          <a:lstStyle/>
          <a:p>
            <a:fld id="{B6F15528-21DE-4FAA-801E-634DDDAF4B2B}" type="slidenum">
              <a:rPr lang="es-ES" smtClean="0"/>
              <a:t>6</a:t>
            </a:fld>
            <a:endParaRPr lang="es-ES"/>
          </a:p>
        </p:txBody>
      </p:sp>
      <p:sp>
        <p:nvSpPr>
          <p:cNvPr id="3" name="Marcador de pie de página 2">
            <a:extLst>
              <a:ext uri="{FF2B5EF4-FFF2-40B4-BE49-F238E27FC236}">
                <a16:creationId xmlns:a16="http://schemas.microsoft.com/office/drawing/2014/main" id="{B29159F8-2104-9BC1-1619-4DACE658AB0E}"/>
              </a:ext>
            </a:extLst>
          </p:cNvPr>
          <p:cNvSpPr>
            <a:spLocks noGrp="1"/>
          </p:cNvSpPr>
          <p:nvPr>
            <p:ph type="ftr" sz="quarter" idx="5"/>
          </p:nvPr>
        </p:nvSpPr>
        <p:spPr/>
        <p:txBody>
          <a:bodyPr/>
          <a:lstStyle/>
          <a:p>
            <a:pPr marL="12700">
              <a:spcBef>
                <a:spcPts val="15"/>
              </a:spcBef>
            </a:pPr>
            <a:r>
              <a:rPr lang="es-ES" spc="-5"/>
              <a:t>LAB 4.0. LAYOUT</a:t>
            </a:r>
            <a:endParaRPr lang="es-ES" spc="-5" dirty="0"/>
          </a:p>
        </p:txBody>
      </p:sp>
      <p:sp>
        <p:nvSpPr>
          <p:cNvPr id="2" name="CuadroTexto 1">
            <a:extLst>
              <a:ext uri="{FF2B5EF4-FFF2-40B4-BE49-F238E27FC236}">
                <a16:creationId xmlns:a16="http://schemas.microsoft.com/office/drawing/2014/main" id="{6ED55C49-DD12-64A7-8969-A205268B9F0D}"/>
              </a:ext>
            </a:extLst>
          </p:cNvPr>
          <p:cNvSpPr txBox="1"/>
          <p:nvPr/>
        </p:nvSpPr>
        <p:spPr>
          <a:xfrm>
            <a:off x="609441" y="4860334"/>
            <a:ext cx="11199971" cy="1754326"/>
          </a:xfrm>
          <a:prstGeom prst="rect">
            <a:avLst/>
          </a:prstGeom>
          <a:solidFill>
            <a:schemeClr val="bg1">
              <a:lumMod val="95000"/>
            </a:schemeClr>
          </a:solidFill>
          <a:ln w="28575">
            <a:solidFill>
              <a:srgbClr val="E0700D"/>
            </a:solidFill>
          </a:ln>
        </p:spPr>
        <p:txBody>
          <a:bodyPr wrap="square" rtlCol="0">
            <a:spAutoFit/>
          </a:bodyPr>
          <a:lstStyle/>
          <a:p>
            <a:r>
              <a:rPr lang="es-ES" sz="1200" dirty="0">
                <a:latin typeface="Arial" panose="020B0604020202020204" pitchFamily="34" charset="0"/>
                <a:cs typeface="Arial" panose="020B0604020202020204" pitchFamily="34" charset="0"/>
              </a:rPr>
              <a:t>Para la implementación del interferómetro Mach–Zehnder se ha optado por una configuración en la que el incremento de longitud entre los brazos (ΔL) es un parámetro ajustable.</a:t>
            </a:r>
          </a:p>
          <a:p>
            <a:r>
              <a:rPr lang="es-ES" sz="1200" dirty="0">
                <a:latin typeface="Arial" panose="020B0604020202020204" pitchFamily="34" charset="0"/>
                <a:cs typeface="Arial" panose="020B0604020202020204" pitchFamily="34" charset="0"/>
              </a:rPr>
              <a:t>En este caso, los dos brazos del interferómetro presentan longitudes diferentes, de modo que se introduce un desfase relativo controlado entre las señales ópticas. Este desfase depende directamente del valor de ΔL y permite obtener una respuesta </a:t>
            </a:r>
            <a:r>
              <a:rPr lang="es-ES" sz="1200" dirty="0" err="1">
                <a:latin typeface="Arial" panose="020B0604020202020204" pitchFamily="34" charset="0"/>
                <a:cs typeface="Arial" panose="020B0604020202020204" pitchFamily="34" charset="0"/>
              </a:rPr>
              <a:t>interferométrica</a:t>
            </a:r>
            <a:r>
              <a:rPr lang="es-ES" sz="1200" dirty="0">
                <a:latin typeface="Arial" panose="020B0604020202020204" pitchFamily="34" charset="0"/>
                <a:cs typeface="Arial" panose="020B0604020202020204" pitchFamily="34" charset="0"/>
              </a:rPr>
              <a:t> periódica en función de la longitud de onda, característica de los MZI desbalanceados.</a:t>
            </a:r>
          </a:p>
          <a:p>
            <a:r>
              <a:rPr lang="es-ES" sz="1200" dirty="0">
                <a:latin typeface="Arial" panose="020B0604020202020204" pitchFamily="34" charset="0"/>
                <a:cs typeface="Arial" panose="020B0604020202020204" pitchFamily="34" charset="0"/>
              </a:rPr>
              <a:t>Esta configuración proporciona un dispositivo más general y versátil que el caso equilibrado (ΔL = 0), ya que permite ajustar el periodo espectral (FSR) y la fase de salida mediante la elección de ΔL.</a:t>
            </a:r>
          </a:p>
          <a:p>
            <a:r>
              <a:rPr lang="es-ES" sz="1200" dirty="0">
                <a:latin typeface="Arial" panose="020B0604020202020204" pitchFamily="34" charset="0"/>
                <a:cs typeface="Arial" panose="020B0604020202020204" pitchFamily="34" charset="0"/>
              </a:rPr>
              <a:t>Los acopladores direccionales utilizados tanto en la entrada como en la salida del interferómetro mantienen las mismas dimensiones que las definidas en el apartado anterior, garantizando coherencia geométrica y un comportamiento simétrico en ambas etapas de acoplo.</a:t>
            </a:r>
          </a:p>
        </p:txBody>
      </p:sp>
      <p:sp>
        <p:nvSpPr>
          <p:cNvPr id="6" name="Rectángulo 5">
            <a:extLst>
              <a:ext uri="{FF2B5EF4-FFF2-40B4-BE49-F238E27FC236}">
                <a16:creationId xmlns:a16="http://schemas.microsoft.com/office/drawing/2014/main" id="{E3735765-3D9C-66B1-5537-C21A585788B3}"/>
              </a:ext>
            </a:extLst>
          </p:cNvPr>
          <p:cNvSpPr/>
          <p:nvPr/>
        </p:nvSpPr>
        <p:spPr>
          <a:xfrm>
            <a:off x="609441" y="1418373"/>
            <a:ext cx="5332571" cy="3306028"/>
          </a:xfrm>
          <a:prstGeom prst="rect">
            <a:avLst/>
          </a:prstGeom>
          <a:noFill/>
          <a:ln w="28575">
            <a:solidFill>
              <a:srgbClr val="E0700D"/>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8" name="Rectángulo 7">
            <a:extLst>
              <a:ext uri="{FF2B5EF4-FFF2-40B4-BE49-F238E27FC236}">
                <a16:creationId xmlns:a16="http://schemas.microsoft.com/office/drawing/2014/main" id="{44C4C447-C289-CF2F-9AD2-C1B5F96384AE}"/>
              </a:ext>
            </a:extLst>
          </p:cNvPr>
          <p:cNvSpPr/>
          <p:nvPr/>
        </p:nvSpPr>
        <p:spPr>
          <a:xfrm>
            <a:off x="6476841" y="1420406"/>
            <a:ext cx="5332571" cy="3306028"/>
          </a:xfrm>
          <a:prstGeom prst="rect">
            <a:avLst/>
          </a:prstGeom>
          <a:noFill/>
          <a:ln w="28575">
            <a:solidFill>
              <a:srgbClr val="E0700D"/>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9" name="CuadroTexto 8">
            <a:extLst>
              <a:ext uri="{FF2B5EF4-FFF2-40B4-BE49-F238E27FC236}">
                <a16:creationId xmlns:a16="http://schemas.microsoft.com/office/drawing/2014/main" id="{93CC85FC-A2FC-9CE8-7996-F8FB7359B958}"/>
              </a:ext>
            </a:extLst>
          </p:cNvPr>
          <p:cNvSpPr txBox="1"/>
          <p:nvPr/>
        </p:nvSpPr>
        <p:spPr>
          <a:xfrm>
            <a:off x="7956912" y="2496339"/>
            <a:ext cx="2372445" cy="369332"/>
          </a:xfrm>
          <a:prstGeom prst="rect">
            <a:avLst/>
          </a:prstGeom>
          <a:noFill/>
        </p:spPr>
        <p:txBody>
          <a:bodyPr wrap="none" rtlCol="0">
            <a:spAutoFit/>
          </a:bodyPr>
          <a:lstStyle/>
          <a:p>
            <a:pPr algn="ctr"/>
            <a:r>
              <a:rPr lang="es-ES" dirty="0" err="1"/>
              <a:t>Component</a:t>
            </a:r>
            <a:r>
              <a:rPr lang="es-ES" dirty="0"/>
              <a:t> </a:t>
            </a:r>
            <a:r>
              <a:rPr lang="es-ES" dirty="0" err="1"/>
              <a:t>screenshot</a:t>
            </a:r>
            <a:endParaRPr lang="en-US" dirty="0"/>
          </a:p>
        </p:txBody>
      </p:sp>
      <p:pic>
        <p:nvPicPr>
          <p:cNvPr id="14" name="Imagen 13">
            <a:extLst>
              <a:ext uri="{FF2B5EF4-FFF2-40B4-BE49-F238E27FC236}">
                <a16:creationId xmlns:a16="http://schemas.microsoft.com/office/drawing/2014/main" id="{F1F58F5C-85A7-C7BC-7DC5-0297DB2C2277}"/>
              </a:ext>
            </a:extLst>
          </p:cNvPr>
          <p:cNvPicPr>
            <a:picLocks noChangeAspect="1"/>
          </p:cNvPicPr>
          <p:nvPr/>
        </p:nvPicPr>
        <p:blipFill>
          <a:blip r:embed="rId4"/>
          <a:stretch>
            <a:fillRect/>
          </a:stretch>
        </p:blipFill>
        <p:spPr>
          <a:xfrm>
            <a:off x="74612" y="1476320"/>
            <a:ext cx="2826830" cy="3306028"/>
          </a:xfrm>
          <a:prstGeom prst="rect">
            <a:avLst/>
          </a:prstGeom>
        </p:spPr>
      </p:pic>
      <p:pic>
        <p:nvPicPr>
          <p:cNvPr id="17" name="Imagen 16">
            <a:extLst>
              <a:ext uri="{FF2B5EF4-FFF2-40B4-BE49-F238E27FC236}">
                <a16:creationId xmlns:a16="http://schemas.microsoft.com/office/drawing/2014/main" id="{743AABD0-78E0-8C46-9C18-77334AC54708}"/>
              </a:ext>
            </a:extLst>
          </p:cNvPr>
          <p:cNvPicPr>
            <a:picLocks noChangeAspect="1"/>
          </p:cNvPicPr>
          <p:nvPr/>
        </p:nvPicPr>
        <p:blipFill>
          <a:blip r:embed="rId5"/>
          <a:stretch>
            <a:fillRect/>
          </a:stretch>
        </p:blipFill>
        <p:spPr>
          <a:xfrm>
            <a:off x="3730893" y="1193966"/>
            <a:ext cx="1489479" cy="3627375"/>
          </a:xfrm>
          <a:prstGeom prst="rect">
            <a:avLst/>
          </a:prstGeom>
        </p:spPr>
      </p:pic>
      <p:pic>
        <p:nvPicPr>
          <p:cNvPr id="19" name="Imagen 18">
            <a:extLst>
              <a:ext uri="{FF2B5EF4-FFF2-40B4-BE49-F238E27FC236}">
                <a16:creationId xmlns:a16="http://schemas.microsoft.com/office/drawing/2014/main" id="{EC33727B-F70B-6F5E-F7F2-1DAB62480A50}"/>
              </a:ext>
            </a:extLst>
          </p:cNvPr>
          <p:cNvPicPr>
            <a:picLocks noChangeAspect="1"/>
          </p:cNvPicPr>
          <p:nvPr/>
        </p:nvPicPr>
        <p:blipFill>
          <a:blip r:embed="rId6"/>
          <a:stretch>
            <a:fillRect/>
          </a:stretch>
        </p:blipFill>
        <p:spPr>
          <a:xfrm>
            <a:off x="6822676" y="1462324"/>
            <a:ext cx="4232338" cy="3195000"/>
          </a:xfrm>
          <a:prstGeom prst="rect">
            <a:avLst/>
          </a:prstGeom>
        </p:spPr>
      </p:pic>
    </p:spTree>
    <p:extLst>
      <p:ext uri="{BB962C8B-B14F-4D97-AF65-F5344CB8AC3E}">
        <p14:creationId xmlns:p14="http://schemas.microsoft.com/office/powerpoint/2010/main" val="1186886682"/>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6CB8F0B-1DE1-81F1-CE4D-0DEF9DEE2591}"/>
            </a:ext>
          </a:extLst>
        </p:cNvPr>
        <p:cNvGrpSpPr/>
        <p:nvPr/>
      </p:nvGrpSpPr>
      <p:grpSpPr>
        <a:xfrm>
          <a:off x="0" y="0"/>
          <a:ext cx="0" cy="0"/>
          <a:chOff x="0" y="0"/>
          <a:chExt cx="0" cy="0"/>
        </a:xfrm>
      </p:grpSpPr>
      <p:sp>
        <p:nvSpPr>
          <p:cNvPr id="16" name="object 16">
            <a:extLst>
              <a:ext uri="{FF2B5EF4-FFF2-40B4-BE49-F238E27FC236}">
                <a16:creationId xmlns:a16="http://schemas.microsoft.com/office/drawing/2014/main" id="{3B70D4BD-88F7-9E03-1CFB-05DDCBE2B6D1}"/>
              </a:ext>
            </a:extLst>
          </p:cNvPr>
          <p:cNvSpPr txBox="1">
            <a:spLocks noGrp="1"/>
          </p:cNvSpPr>
          <p:nvPr>
            <p:ph type="title"/>
          </p:nvPr>
        </p:nvSpPr>
        <p:spPr>
          <a:xfrm>
            <a:off x="685800" y="408883"/>
            <a:ext cx="10994410" cy="951543"/>
          </a:xfrm>
          <a:prstGeom prst="rect">
            <a:avLst/>
          </a:prstGeom>
        </p:spPr>
        <p:txBody>
          <a:bodyPr vert="horz" wrap="square" lIns="0" tIns="12700" rIns="0" bIns="0" rtlCol="0">
            <a:spAutoFit/>
          </a:bodyPr>
          <a:lstStyle/>
          <a:p>
            <a:pPr marL="12700" algn="just">
              <a:lnSpc>
                <a:spcPct val="100000"/>
              </a:lnSpc>
              <a:spcBef>
                <a:spcPts val="100"/>
              </a:spcBef>
            </a:pPr>
            <a:r>
              <a:rPr lang="en-US" sz="2500" dirty="0"/>
              <a:t>Learning outcome #1b – Notebook section 1. Technology – </a:t>
            </a:r>
            <a:r>
              <a:rPr lang="en-US" sz="2500" dirty="0">
                <a:solidFill>
                  <a:srgbClr val="FF0000"/>
                </a:solidFill>
              </a:rPr>
              <a:t>1 slide per component</a:t>
            </a:r>
            <a:br>
              <a:rPr lang="en-US" sz="2500" dirty="0"/>
            </a:br>
            <a:r>
              <a:rPr lang="en-US" sz="1800" b="0" i="1" dirty="0"/>
              <a:t>“Use your design results from Lab2 and Lab3 to create layout instances of your designed components: DCs, MMIs, MZIs &amp; Ring Resonators”</a:t>
            </a:r>
            <a:endParaRPr sz="2500" b="0" i="1" dirty="0">
              <a:latin typeface="+mj-lt"/>
              <a:cs typeface="Lucida Sans"/>
            </a:endParaRPr>
          </a:p>
        </p:txBody>
      </p:sp>
      <p:pic>
        <p:nvPicPr>
          <p:cNvPr id="83" name="Gráfico 82">
            <a:extLst>
              <a:ext uri="{FF2B5EF4-FFF2-40B4-BE49-F238E27FC236}">
                <a16:creationId xmlns:a16="http://schemas.microsoft.com/office/drawing/2014/main" id="{64A2C453-EC0F-F2C9-938F-4D26A5D3688F}"/>
              </a:ext>
            </a:extLst>
          </p:cNvPr>
          <p:cNvPicPr>
            <a:picLocks noChangeAspect="1"/>
          </p:cNvPicPr>
          <p:nvPr/>
        </p:nvPicPr>
        <p:blipFill>
          <a:blip>
            <a:extLst>
              <a:ext uri="{96DAC541-7B7A-43D3-8B79-37D633B846F1}">
                <asvg:svgBlip xmlns:asvg="http://schemas.microsoft.com/office/drawing/2016/SVG/main" r:embed="rId3"/>
              </a:ext>
            </a:extLst>
          </a:blip>
          <a:stretch>
            <a:fillRect/>
          </a:stretch>
        </p:blipFill>
        <p:spPr>
          <a:xfrm>
            <a:off x="5045006" y="6356057"/>
            <a:ext cx="6409575" cy="363174"/>
          </a:xfrm>
          <a:prstGeom prst="rect">
            <a:avLst/>
          </a:prstGeom>
        </p:spPr>
      </p:pic>
      <p:sp>
        <p:nvSpPr>
          <p:cNvPr id="84" name="Marcador de número de diapositiva 83">
            <a:extLst>
              <a:ext uri="{FF2B5EF4-FFF2-40B4-BE49-F238E27FC236}">
                <a16:creationId xmlns:a16="http://schemas.microsoft.com/office/drawing/2014/main" id="{D137F7AA-9A88-FD85-922A-329558F75F05}"/>
              </a:ext>
            </a:extLst>
          </p:cNvPr>
          <p:cNvSpPr>
            <a:spLocks noGrp="1"/>
          </p:cNvSpPr>
          <p:nvPr>
            <p:ph type="sldNum" sz="quarter" idx="7"/>
          </p:nvPr>
        </p:nvSpPr>
        <p:spPr/>
        <p:txBody>
          <a:bodyPr/>
          <a:lstStyle/>
          <a:p>
            <a:fld id="{B6F15528-21DE-4FAA-801E-634DDDAF4B2B}" type="slidenum">
              <a:rPr lang="es-ES" smtClean="0"/>
              <a:t>7</a:t>
            </a:fld>
            <a:endParaRPr lang="es-ES"/>
          </a:p>
        </p:txBody>
      </p:sp>
      <p:sp>
        <p:nvSpPr>
          <p:cNvPr id="3" name="Marcador de pie de página 2">
            <a:extLst>
              <a:ext uri="{FF2B5EF4-FFF2-40B4-BE49-F238E27FC236}">
                <a16:creationId xmlns:a16="http://schemas.microsoft.com/office/drawing/2014/main" id="{609029E6-DA39-F322-D1B9-D26D39F58C9A}"/>
              </a:ext>
            </a:extLst>
          </p:cNvPr>
          <p:cNvSpPr>
            <a:spLocks noGrp="1"/>
          </p:cNvSpPr>
          <p:nvPr>
            <p:ph type="ftr" sz="quarter" idx="5"/>
          </p:nvPr>
        </p:nvSpPr>
        <p:spPr/>
        <p:txBody>
          <a:bodyPr/>
          <a:lstStyle/>
          <a:p>
            <a:pPr marL="12700">
              <a:spcBef>
                <a:spcPts val="15"/>
              </a:spcBef>
            </a:pPr>
            <a:r>
              <a:rPr lang="es-ES" spc="-5"/>
              <a:t>LAB 4.0. LAYOUT</a:t>
            </a:r>
            <a:endParaRPr lang="es-ES" spc="-5" dirty="0"/>
          </a:p>
        </p:txBody>
      </p:sp>
      <p:sp>
        <p:nvSpPr>
          <p:cNvPr id="2" name="CuadroTexto 1">
            <a:extLst>
              <a:ext uri="{FF2B5EF4-FFF2-40B4-BE49-F238E27FC236}">
                <a16:creationId xmlns:a16="http://schemas.microsoft.com/office/drawing/2014/main" id="{5A530AF0-A1A5-146E-0185-9BECDC284278}"/>
              </a:ext>
            </a:extLst>
          </p:cNvPr>
          <p:cNvSpPr txBox="1"/>
          <p:nvPr/>
        </p:nvSpPr>
        <p:spPr>
          <a:xfrm>
            <a:off x="609441" y="4860334"/>
            <a:ext cx="11199971" cy="1754326"/>
          </a:xfrm>
          <a:prstGeom prst="rect">
            <a:avLst/>
          </a:prstGeom>
          <a:solidFill>
            <a:schemeClr val="bg1">
              <a:lumMod val="95000"/>
            </a:schemeClr>
          </a:solidFill>
          <a:ln w="28575">
            <a:solidFill>
              <a:srgbClr val="E0700D"/>
            </a:solidFill>
          </a:ln>
        </p:spPr>
        <p:txBody>
          <a:bodyPr wrap="square" rtlCol="0">
            <a:spAutoFit/>
          </a:bodyPr>
          <a:lstStyle/>
          <a:p>
            <a:pPr algn="just"/>
            <a:r>
              <a:rPr lang="es-ES" sz="1200" dirty="0">
                <a:latin typeface="Arial" panose="020B0604020202020204" pitchFamily="34" charset="0"/>
                <a:cs typeface="Arial" panose="020B0604020202020204" pitchFamily="34" charset="0"/>
              </a:rPr>
              <a:t>El resonador de anillo se ha implementado a partir de un acoplador direccional y una trayectoria cerrada formada por cuatro giros circulares de 90° y un tramo recto. Esta combinación permite construir un anillo compacto con un perímetro bien definido, determinado por el radio de los giros (5 µm) y la longitud de las secciones rectas (19 µm).</a:t>
            </a:r>
          </a:p>
          <a:p>
            <a:pPr algn="just"/>
            <a:r>
              <a:rPr lang="es-ES" sz="1200" dirty="0">
                <a:latin typeface="Arial" panose="020B0604020202020204" pitchFamily="34" charset="0"/>
                <a:cs typeface="Arial" panose="020B0604020202020204" pitchFamily="34" charset="0"/>
              </a:rPr>
              <a:t>El acoplador direccional situado en la entrada del anillo mantiene los mismos parámetros geométricos utilizados previamente, lo que asegura un acoplo eficiente y reproducible entre la guía recta y el anillo. A través de este acoplador, parte de la potencia óptica se transfiere al anillo, donde circula y vuelve a interferir con la señal que continúa por la guía principal</a:t>
            </a:r>
          </a:p>
          <a:p>
            <a:pPr algn="just"/>
            <a:r>
              <a:rPr lang="es-ES" sz="1200" dirty="0">
                <a:latin typeface="Arial" panose="020B0604020202020204" pitchFamily="34" charset="0"/>
                <a:cs typeface="Arial" panose="020B0604020202020204" pitchFamily="34" charset="0"/>
              </a:rPr>
              <a:t>Esta configuración corresponde a un resonador de tipo </a:t>
            </a:r>
            <a:r>
              <a:rPr lang="es-ES" sz="1200" i="1" dirty="0" err="1">
                <a:latin typeface="Arial" panose="020B0604020202020204" pitchFamily="34" charset="0"/>
                <a:cs typeface="Arial" panose="020B0604020202020204" pitchFamily="34" charset="0"/>
              </a:rPr>
              <a:t>all‑pass</a:t>
            </a:r>
            <a:r>
              <a:rPr lang="es-ES" sz="1200" dirty="0">
                <a:latin typeface="Arial" panose="020B0604020202020204" pitchFamily="34" charset="0"/>
                <a:cs typeface="Arial" panose="020B0604020202020204" pitchFamily="34" charset="0"/>
              </a:rPr>
              <a:t>, ampliamente utilizado en fotónica integrada por su simplicidad, compacidad y capacidad para generar respuestas espectrales periódicas. El diseño implementado permite analizar de forma clara el comportamiento </a:t>
            </a:r>
            <a:r>
              <a:rPr lang="es-ES" sz="1200" dirty="0" err="1">
                <a:latin typeface="Arial" panose="020B0604020202020204" pitchFamily="34" charset="0"/>
                <a:cs typeface="Arial" panose="020B0604020202020204" pitchFamily="34" charset="0"/>
              </a:rPr>
              <a:t>interferométrico</a:t>
            </a:r>
            <a:r>
              <a:rPr lang="es-ES" sz="1200" dirty="0">
                <a:latin typeface="Arial" panose="020B0604020202020204" pitchFamily="34" charset="0"/>
                <a:cs typeface="Arial" panose="020B0604020202020204" pitchFamily="34" charset="0"/>
              </a:rPr>
              <a:t> característico de los resonadores de anillo y su dependencia con los parámetros geométricos del dispositivo.</a:t>
            </a:r>
          </a:p>
        </p:txBody>
      </p:sp>
      <p:sp>
        <p:nvSpPr>
          <p:cNvPr id="6" name="Rectángulo 5">
            <a:extLst>
              <a:ext uri="{FF2B5EF4-FFF2-40B4-BE49-F238E27FC236}">
                <a16:creationId xmlns:a16="http://schemas.microsoft.com/office/drawing/2014/main" id="{282626C7-0F47-954D-BEED-30F12BB7EF65}"/>
              </a:ext>
            </a:extLst>
          </p:cNvPr>
          <p:cNvSpPr/>
          <p:nvPr/>
        </p:nvSpPr>
        <p:spPr>
          <a:xfrm>
            <a:off x="609441" y="1418373"/>
            <a:ext cx="5332571" cy="3306028"/>
          </a:xfrm>
          <a:prstGeom prst="rect">
            <a:avLst/>
          </a:prstGeom>
          <a:noFill/>
          <a:ln w="28575">
            <a:solidFill>
              <a:srgbClr val="E0700D"/>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7" name="CuadroTexto 6">
            <a:extLst>
              <a:ext uri="{FF2B5EF4-FFF2-40B4-BE49-F238E27FC236}">
                <a16:creationId xmlns:a16="http://schemas.microsoft.com/office/drawing/2014/main" id="{BBCA165F-2A30-BBC1-A98D-4685D64DCE1D}"/>
              </a:ext>
            </a:extLst>
          </p:cNvPr>
          <p:cNvSpPr txBox="1"/>
          <p:nvPr/>
        </p:nvSpPr>
        <p:spPr>
          <a:xfrm>
            <a:off x="2375901" y="2494306"/>
            <a:ext cx="1799660" cy="646331"/>
          </a:xfrm>
          <a:prstGeom prst="rect">
            <a:avLst/>
          </a:prstGeom>
          <a:noFill/>
        </p:spPr>
        <p:txBody>
          <a:bodyPr wrap="none" rtlCol="0">
            <a:spAutoFit/>
          </a:bodyPr>
          <a:lstStyle/>
          <a:p>
            <a:pPr algn="ctr"/>
            <a:r>
              <a:rPr lang="en-US" dirty="0"/>
              <a:t>Component code</a:t>
            </a:r>
          </a:p>
          <a:p>
            <a:pPr algn="ctr"/>
            <a:endParaRPr lang="en-US" dirty="0"/>
          </a:p>
        </p:txBody>
      </p:sp>
      <p:sp>
        <p:nvSpPr>
          <p:cNvPr id="8" name="Rectángulo 7">
            <a:extLst>
              <a:ext uri="{FF2B5EF4-FFF2-40B4-BE49-F238E27FC236}">
                <a16:creationId xmlns:a16="http://schemas.microsoft.com/office/drawing/2014/main" id="{BC966955-B6FD-1444-C555-A1D6AF703586}"/>
              </a:ext>
            </a:extLst>
          </p:cNvPr>
          <p:cNvSpPr/>
          <p:nvPr/>
        </p:nvSpPr>
        <p:spPr>
          <a:xfrm>
            <a:off x="6476841" y="1420406"/>
            <a:ext cx="5332571" cy="3306028"/>
          </a:xfrm>
          <a:prstGeom prst="rect">
            <a:avLst/>
          </a:prstGeom>
          <a:noFill/>
          <a:ln w="28575">
            <a:solidFill>
              <a:srgbClr val="E0700D"/>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9" name="CuadroTexto 8">
            <a:extLst>
              <a:ext uri="{FF2B5EF4-FFF2-40B4-BE49-F238E27FC236}">
                <a16:creationId xmlns:a16="http://schemas.microsoft.com/office/drawing/2014/main" id="{4AE4AA0E-BFDB-5EBC-F6C8-3C0D517440E2}"/>
              </a:ext>
            </a:extLst>
          </p:cNvPr>
          <p:cNvSpPr txBox="1"/>
          <p:nvPr/>
        </p:nvSpPr>
        <p:spPr>
          <a:xfrm>
            <a:off x="7956912" y="2496339"/>
            <a:ext cx="2372445" cy="369332"/>
          </a:xfrm>
          <a:prstGeom prst="rect">
            <a:avLst/>
          </a:prstGeom>
          <a:noFill/>
        </p:spPr>
        <p:txBody>
          <a:bodyPr wrap="none" rtlCol="0">
            <a:spAutoFit/>
          </a:bodyPr>
          <a:lstStyle/>
          <a:p>
            <a:pPr algn="ctr"/>
            <a:r>
              <a:rPr lang="es-ES" dirty="0" err="1"/>
              <a:t>Component</a:t>
            </a:r>
            <a:r>
              <a:rPr lang="es-ES" dirty="0"/>
              <a:t> </a:t>
            </a:r>
            <a:r>
              <a:rPr lang="es-ES" dirty="0" err="1"/>
              <a:t>screenshot</a:t>
            </a:r>
            <a:endParaRPr lang="en-US" dirty="0"/>
          </a:p>
        </p:txBody>
      </p:sp>
      <p:pic>
        <p:nvPicPr>
          <p:cNvPr id="11" name="Imagen 10">
            <a:extLst>
              <a:ext uri="{FF2B5EF4-FFF2-40B4-BE49-F238E27FC236}">
                <a16:creationId xmlns:a16="http://schemas.microsoft.com/office/drawing/2014/main" id="{0F3FBA54-6456-8E5A-8A72-BCBAA295DD81}"/>
              </a:ext>
            </a:extLst>
          </p:cNvPr>
          <p:cNvPicPr>
            <a:picLocks noChangeAspect="1"/>
          </p:cNvPicPr>
          <p:nvPr/>
        </p:nvPicPr>
        <p:blipFill>
          <a:blip r:embed="rId4"/>
          <a:stretch>
            <a:fillRect/>
          </a:stretch>
        </p:blipFill>
        <p:spPr>
          <a:xfrm>
            <a:off x="6400800" y="1143000"/>
            <a:ext cx="4878183" cy="3682550"/>
          </a:xfrm>
          <a:prstGeom prst="rect">
            <a:avLst/>
          </a:prstGeom>
        </p:spPr>
      </p:pic>
      <p:pic>
        <p:nvPicPr>
          <p:cNvPr id="10" name="Imagen 9">
            <a:extLst>
              <a:ext uri="{FF2B5EF4-FFF2-40B4-BE49-F238E27FC236}">
                <a16:creationId xmlns:a16="http://schemas.microsoft.com/office/drawing/2014/main" id="{FCEFF212-FFC6-87B1-99CD-91A3C40372E2}"/>
              </a:ext>
            </a:extLst>
          </p:cNvPr>
          <p:cNvPicPr>
            <a:picLocks noChangeAspect="1"/>
          </p:cNvPicPr>
          <p:nvPr/>
        </p:nvPicPr>
        <p:blipFill>
          <a:blip r:embed="rId5"/>
          <a:stretch>
            <a:fillRect/>
          </a:stretch>
        </p:blipFill>
        <p:spPr>
          <a:xfrm>
            <a:off x="1981200" y="1533330"/>
            <a:ext cx="2370154" cy="3119316"/>
          </a:xfrm>
          <a:prstGeom prst="rect">
            <a:avLst/>
          </a:prstGeom>
        </p:spPr>
      </p:pic>
    </p:spTree>
    <p:extLst>
      <p:ext uri="{BB962C8B-B14F-4D97-AF65-F5344CB8AC3E}">
        <p14:creationId xmlns:p14="http://schemas.microsoft.com/office/powerpoint/2010/main" val="2461169307"/>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745B0A8-BCE1-AF65-5AFA-79184BEDA904}"/>
            </a:ext>
          </a:extLst>
        </p:cNvPr>
        <p:cNvGrpSpPr/>
        <p:nvPr/>
      </p:nvGrpSpPr>
      <p:grpSpPr>
        <a:xfrm>
          <a:off x="0" y="0"/>
          <a:ext cx="0" cy="0"/>
          <a:chOff x="0" y="0"/>
          <a:chExt cx="0" cy="0"/>
        </a:xfrm>
      </p:grpSpPr>
      <p:sp>
        <p:nvSpPr>
          <p:cNvPr id="16" name="object 16">
            <a:extLst>
              <a:ext uri="{FF2B5EF4-FFF2-40B4-BE49-F238E27FC236}">
                <a16:creationId xmlns:a16="http://schemas.microsoft.com/office/drawing/2014/main" id="{EDCA2EEE-70B8-D049-D7BD-B54DCCF3207D}"/>
              </a:ext>
            </a:extLst>
          </p:cNvPr>
          <p:cNvSpPr txBox="1">
            <a:spLocks noGrp="1"/>
          </p:cNvSpPr>
          <p:nvPr>
            <p:ph type="title"/>
          </p:nvPr>
        </p:nvSpPr>
        <p:spPr>
          <a:xfrm>
            <a:off x="685800" y="408883"/>
            <a:ext cx="10994410" cy="951543"/>
          </a:xfrm>
          <a:prstGeom prst="rect">
            <a:avLst/>
          </a:prstGeom>
        </p:spPr>
        <p:txBody>
          <a:bodyPr vert="horz" wrap="square" lIns="0" tIns="12700" rIns="0" bIns="0" rtlCol="0">
            <a:spAutoFit/>
          </a:bodyPr>
          <a:lstStyle/>
          <a:p>
            <a:pPr marL="12700" algn="l">
              <a:lnSpc>
                <a:spcPct val="100000"/>
              </a:lnSpc>
              <a:spcBef>
                <a:spcPts val="100"/>
              </a:spcBef>
            </a:pPr>
            <a:r>
              <a:rPr lang="en-US" sz="2500" dirty="0"/>
              <a:t>Learning outcome #2a – Notebook section 2. Layout Fundamentals</a:t>
            </a:r>
            <a:br>
              <a:rPr lang="en-US" sz="2500" dirty="0"/>
            </a:br>
            <a:r>
              <a:rPr lang="en-US" sz="1800" b="0" i="1" dirty="0"/>
              <a:t>“Once that we have a working 'new' component, we shall convert it into a Cell. This will allow us to have a hierarchical design”</a:t>
            </a:r>
            <a:endParaRPr sz="2500" b="0" i="1" dirty="0">
              <a:latin typeface="+mj-lt"/>
              <a:cs typeface="Lucida Sans"/>
            </a:endParaRPr>
          </a:p>
        </p:txBody>
      </p:sp>
      <p:pic>
        <p:nvPicPr>
          <p:cNvPr id="83" name="Gráfico 82">
            <a:extLst>
              <a:ext uri="{FF2B5EF4-FFF2-40B4-BE49-F238E27FC236}">
                <a16:creationId xmlns:a16="http://schemas.microsoft.com/office/drawing/2014/main" id="{DDB8C9DA-7093-6464-A7C1-20B2A585A1E1}"/>
              </a:ext>
            </a:extLst>
          </p:cNvPr>
          <p:cNvPicPr>
            <a:picLocks noChangeAspect="1"/>
          </p:cNvPicPr>
          <p:nvPr/>
        </p:nvPicPr>
        <p:blipFill>
          <a:blip>
            <a:extLst>
              <a:ext uri="{96DAC541-7B7A-43D3-8B79-37D633B846F1}">
                <asvg:svgBlip xmlns:asvg="http://schemas.microsoft.com/office/drawing/2016/SVG/main" r:embed="rId3"/>
              </a:ext>
            </a:extLst>
          </a:blip>
          <a:stretch>
            <a:fillRect/>
          </a:stretch>
        </p:blipFill>
        <p:spPr>
          <a:xfrm>
            <a:off x="5045006" y="6356057"/>
            <a:ext cx="6409575" cy="363174"/>
          </a:xfrm>
          <a:prstGeom prst="rect">
            <a:avLst/>
          </a:prstGeom>
        </p:spPr>
      </p:pic>
      <p:sp>
        <p:nvSpPr>
          <p:cNvPr id="84" name="Marcador de número de diapositiva 83">
            <a:extLst>
              <a:ext uri="{FF2B5EF4-FFF2-40B4-BE49-F238E27FC236}">
                <a16:creationId xmlns:a16="http://schemas.microsoft.com/office/drawing/2014/main" id="{0102C027-A211-C670-7EF5-D7A4650EEA98}"/>
              </a:ext>
            </a:extLst>
          </p:cNvPr>
          <p:cNvSpPr>
            <a:spLocks noGrp="1"/>
          </p:cNvSpPr>
          <p:nvPr>
            <p:ph type="sldNum" sz="quarter" idx="7"/>
          </p:nvPr>
        </p:nvSpPr>
        <p:spPr/>
        <p:txBody>
          <a:bodyPr/>
          <a:lstStyle/>
          <a:p>
            <a:fld id="{B6F15528-21DE-4FAA-801E-634DDDAF4B2B}" type="slidenum">
              <a:rPr lang="es-ES" smtClean="0"/>
              <a:t>8</a:t>
            </a:fld>
            <a:endParaRPr lang="es-ES"/>
          </a:p>
        </p:txBody>
      </p:sp>
      <p:sp>
        <p:nvSpPr>
          <p:cNvPr id="3" name="Marcador de pie de página 2">
            <a:extLst>
              <a:ext uri="{FF2B5EF4-FFF2-40B4-BE49-F238E27FC236}">
                <a16:creationId xmlns:a16="http://schemas.microsoft.com/office/drawing/2014/main" id="{3BB5A66E-75F8-8688-0D68-26E0DDB3AC86}"/>
              </a:ext>
            </a:extLst>
          </p:cNvPr>
          <p:cNvSpPr>
            <a:spLocks noGrp="1"/>
          </p:cNvSpPr>
          <p:nvPr>
            <p:ph type="ftr" sz="quarter" idx="5"/>
          </p:nvPr>
        </p:nvSpPr>
        <p:spPr/>
        <p:txBody>
          <a:bodyPr/>
          <a:lstStyle/>
          <a:p>
            <a:pPr marL="12700">
              <a:spcBef>
                <a:spcPts val="15"/>
              </a:spcBef>
            </a:pPr>
            <a:r>
              <a:rPr lang="es-ES" spc="-5"/>
              <a:t>LAB 4.0. LAYOUT</a:t>
            </a:r>
            <a:endParaRPr lang="es-ES" spc="-5" dirty="0"/>
          </a:p>
        </p:txBody>
      </p:sp>
      <p:sp>
        <p:nvSpPr>
          <p:cNvPr id="2" name="CuadroTexto 1">
            <a:extLst>
              <a:ext uri="{FF2B5EF4-FFF2-40B4-BE49-F238E27FC236}">
                <a16:creationId xmlns:a16="http://schemas.microsoft.com/office/drawing/2014/main" id="{35C0B36B-B4BD-C242-E1BB-26DD7AC56DB0}"/>
              </a:ext>
            </a:extLst>
          </p:cNvPr>
          <p:cNvSpPr txBox="1"/>
          <p:nvPr/>
        </p:nvSpPr>
        <p:spPr>
          <a:xfrm>
            <a:off x="609441" y="4860334"/>
            <a:ext cx="11199971" cy="830997"/>
          </a:xfrm>
          <a:prstGeom prst="rect">
            <a:avLst/>
          </a:prstGeom>
          <a:solidFill>
            <a:schemeClr val="bg1">
              <a:lumMod val="95000"/>
            </a:schemeClr>
          </a:solidFill>
          <a:ln w="28575">
            <a:solidFill>
              <a:srgbClr val="E0700D"/>
            </a:solidFill>
          </a:ln>
        </p:spPr>
        <p:txBody>
          <a:bodyPr wrap="square" rtlCol="0">
            <a:spAutoFit/>
          </a:bodyPr>
          <a:lstStyle/>
          <a:p>
            <a:pPr algn="just"/>
            <a:r>
              <a:rPr lang="es-ES" sz="1200" dirty="0">
                <a:latin typeface="Arial" panose="020B0604020202020204" pitchFamily="34" charset="0"/>
                <a:cs typeface="Arial" panose="020B0604020202020204" pitchFamily="34" charset="0"/>
              </a:rPr>
              <a:t>Componente que define el contorno del chip mediante un rectángulo exterior y un rectángulo interior desplazado, generando un marco perimetral que delimita el área útil del diseño fotónico. Los parámetros </a:t>
            </a:r>
            <a:r>
              <a:rPr lang="es-ES" sz="1200" i="1" dirty="0" err="1">
                <a:latin typeface="Arial" panose="020B0604020202020204" pitchFamily="34" charset="0"/>
                <a:cs typeface="Arial" panose="020B0604020202020204" pitchFamily="34" charset="0"/>
              </a:rPr>
              <a:t>dieW</a:t>
            </a:r>
            <a:r>
              <a:rPr lang="es-ES" sz="1200" dirty="0">
                <a:latin typeface="Arial" panose="020B0604020202020204" pitchFamily="34" charset="0"/>
                <a:cs typeface="Arial" panose="020B0604020202020204" pitchFamily="34" charset="0"/>
              </a:rPr>
              <a:t> y </a:t>
            </a:r>
            <a:r>
              <a:rPr lang="es-ES" sz="1200" i="1" dirty="0" err="1">
                <a:latin typeface="Arial" panose="020B0604020202020204" pitchFamily="34" charset="0"/>
                <a:cs typeface="Arial" panose="020B0604020202020204" pitchFamily="34" charset="0"/>
              </a:rPr>
              <a:t>dieL</a:t>
            </a:r>
            <a:r>
              <a:rPr lang="es-ES" sz="1200" dirty="0">
                <a:latin typeface="Arial" panose="020B0604020202020204" pitchFamily="34" charset="0"/>
                <a:cs typeface="Arial" panose="020B0604020202020204" pitchFamily="34" charset="0"/>
              </a:rPr>
              <a:t> establecen las dimensiones totales del die, mientras que </a:t>
            </a:r>
            <a:r>
              <a:rPr lang="es-ES" sz="1200" i="1" dirty="0" err="1">
                <a:latin typeface="Arial" panose="020B0604020202020204" pitchFamily="34" charset="0"/>
                <a:cs typeface="Arial" panose="020B0604020202020204" pitchFamily="34" charset="0"/>
              </a:rPr>
              <a:t>border</a:t>
            </a:r>
            <a:r>
              <a:rPr lang="es-ES" sz="1200" dirty="0">
                <a:latin typeface="Arial" panose="020B0604020202020204" pitchFamily="34" charset="0"/>
                <a:cs typeface="Arial" panose="020B0604020202020204" pitchFamily="34" charset="0"/>
              </a:rPr>
              <a:t> controla el espesor del margen reservado para aislamiento, alineación o restricciones de fabricación. Este componente actúa como estructura base sobre la que se organizan y posicionan los distintos dispositivos fotónicos integrados.</a:t>
            </a:r>
            <a:r>
              <a:rPr lang="en-US" sz="1200" dirty="0">
                <a:latin typeface="Arial" panose="020B0604020202020204" pitchFamily="34" charset="0"/>
                <a:cs typeface="Arial" panose="020B0604020202020204" pitchFamily="34" charset="0"/>
              </a:rPr>
              <a:t> </a:t>
            </a:r>
          </a:p>
        </p:txBody>
      </p:sp>
      <p:sp>
        <p:nvSpPr>
          <p:cNvPr id="6" name="Rectángulo 5">
            <a:extLst>
              <a:ext uri="{FF2B5EF4-FFF2-40B4-BE49-F238E27FC236}">
                <a16:creationId xmlns:a16="http://schemas.microsoft.com/office/drawing/2014/main" id="{399364F4-A34A-5161-07CB-E12F9FFCB400}"/>
              </a:ext>
            </a:extLst>
          </p:cNvPr>
          <p:cNvSpPr/>
          <p:nvPr/>
        </p:nvSpPr>
        <p:spPr>
          <a:xfrm>
            <a:off x="609441" y="1418373"/>
            <a:ext cx="5332571" cy="3306028"/>
          </a:xfrm>
          <a:prstGeom prst="rect">
            <a:avLst/>
          </a:prstGeom>
          <a:noFill/>
          <a:ln w="28575">
            <a:solidFill>
              <a:srgbClr val="E0700D"/>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7" name="CuadroTexto 6">
            <a:extLst>
              <a:ext uri="{FF2B5EF4-FFF2-40B4-BE49-F238E27FC236}">
                <a16:creationId xmlns:a16="http://schemas.microsoft.com/office/drawing/2014/main" id="{62A2AA3F-CE55-C50B-CB18-2C8D2061FDB9}"/>
              </a:ext>
            </a:extLst>
          </p:cNvPr>
          <p:cNvSpPr txBox="1"/>
          <p:nvPr/>
        </p:nvSpPr>
        <p:spPr>
          <a:xfrm>
            <a:off x="1531412" y="2494306"/>
            <a:ext cx="3488647" cy="923330"/>
          </a:xfrm>
          <a:prstGeom prst="rect">
            <a:avLst/>
          </a:prstGeom>
          <a:noFill/>
        </p:spPr>
        <p:txBody>
          <a:bodyPr wrap="none" rtlCol="0">
            <a:spAutoFit/>
          </a:bodyPr>
          <a:lstStyle/>
          <a:p>
            <a:pPr algn="ctr"/>
            <a:r>
              <a:rPr lang="en-US" dirty="0"/>
              <a:t>Example code for</a:t>
            </a:r>
          </a:p>
          <a:p>
            <a:pPr algn="ctr"/>
            <a:r>
              <a:rPr lang="en-US" dirty="0"/>
              <a:t>“A die (chip) for a photonic layout”</a:t>
            </a:r>
          </a:p>
          <a:p>
            <a:pPr algn="ctr"/>
            <a:endParaRPr lang="en-US" dirty="0"/>
          </a:p>
        </p:txBody>
      </p:sp>
      <p:sp>
        <p:nvSpPr>
          <p:cNvPr id="8" name="Rectángulo 7">
            <a:extLst>
              <a:ext uri="{FF2B5EF4-FFF2-40B4-BE49-F238E27FC236}">
                <a16:creationId xmlns:a16="http://schemas.microsoft.com/office/drawing/2014/main" id="{4DFC788C-53E2-83E7-3D9E-EBD582171C71}"/>
              </a:ext>
            </a:extLst>
          </p:cNvPr>
          <p:cNvSpPr/>
          <p:nvPr/>
        </p:nvSpPr>
        <p:spPr>
          <a:xfrm>
            <a:off x="6476841" y="1420406"/>
            <a:ext cx="5332571" cy="3306028"/>
          </a:xfrm>
          <a:prstGeom prst="rect">
            <a:avLst/>
          </a:prstGeom>
          <a:noFill/>
          <a:ln w="28575">
            <a:solidFill>
              <a:srgbClr val="E0700D"/>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9" name="CuadroTexto 8">
            <a:extLst>
              <a:ext uri="{FF2B5EF4-FFF2-40B4-BE49-F238E27FC236}">
                <a16:creationId xmlns:a16="http://schemas.microsoft.com/office/drawing/2014/main" id="{2C44A1ED-9D94-1354-DB46-756E574E2C7E}"/>
              </a:ext>
            </a:extLst>
          </p:cNvPr>
          <p:cNvSpPr txBox="1"/>
          <p:nvPr/>
        </p:nvSpPr>
        <p:spPr>
          <a:xfrm>
            <a:off x="8483018" y="2496339"/>
            <a:ext cx="1320234" cy="646331"/>
          </a:xfrm>
          <a:prstGeom prst="rect">
            <a:avLst/>
          </a:prstGeom>
          <a:noFill/>
        </p:spPr>
        <p:txBody>
          <a:bodyPr wrap="none" rtlCol="0">
            <a:spAutoFit/>
          </a:bodyPr>
          <a:lstStyle/>
          <a:p>
            <a:pPr algn="ctr"/>
            <a:r>
              <a:rPr lang="es-ES" dirty="0" err="1"/>
              <a:t>Example</a:t>
            </a:r>
            <a:r>
              <a:rPr lang="es-ES" dirty="0"/>
              <a:t> die</a:t>
            </a:r>
          </a:p>
          <a:p>
            <a:pPr algn="ctr"/>
            <a:r>
              <a:rPr lang="es-ES" dirty="0"/>
              <a:t> </a:t>
            </a:r>
            <a:r>
              <a:rPr lang="es-ES" dirty="0" err="1"/>
              <a:t>screenshot</a:t>
            </a:r>
            <a:endParaRPr lang="en-US" dirty="0"/>
          </a:p>
        </p:txBody>
      </p:sp>
      <p:pic>
        <p:nvPicPr>
          <p:cNvPr id="5" name="Imagen 4">
            <a:extLst>
              <a:ext uri="{FF2B5EF4-FFF2-40B4-BE49-F238E27FC236}">
                <a16:creationId xmlns:a16="http://schemas.microsoft.com/office/drawing/2014/main" id="{29105055-D688-46B3-80A3-CA7187C2D811}"/>
              </a:ext>
            </a:extLst>
          </p:cNvPr>
          <p:cNvPicPr>
            <a:picLocks noChangeAspect="1"/>
          </p:cNvPicPr>
          <p:nvPr/>
        </p:nvPicPr>
        <p:blipFill>
          <a:blip r:embed="rId4"/>
          <a:stretch>
            <a:fillRect/>
          </a:stretch>
        </p:blipFill>
        <p:spPr>
          <a:xfrm>
            <a:off x="723122" y="1774206"/>
            <a:ext cx="5111493" cy="2648326"/>
          </a:xfrm>
          <a:prstGeom prst="rect">
            <a:avLst/>
          </a:prstGeom>
        </p:spPr>
      </p:pic>
      <p:pic>
        <p:nvPicPr>
          <p:cNvPr id="11" name="Imagen 10">
            <a:extLst>
              <a:ext uri="{FF2B5EF4-FFF2-40B4-BE49-F238E27FC236}">
                <a16:creationId xmlns:a16="http://schemas.microsoft.com/office/drawing/2014/main" id="{99B674BF-CAE1-AE5A-DDAE-061A86F49774}"/>
              </a:ext>
            </a:extLst>
          </p:cNvPr>
          <p:cNvPicPr>
            <a:picLocks noChangeAspect="1"/>
          </p:cNvPicPr>
          <p:nvPr/>
        </p:nvPicPr>
        <p:blipFill>
          <a:blip r:embed="rId5"/>
          <a:stretch>
            <a:fillRect/>
          </a:stretch>
        </p:blipFill>
        <p:spPr>
          <a:xfrm>
            <a:off x="7032116" y="1678726"/>
            <a:ext cx="3628472" cy="2739141"/>
          </a:xfrm>
          <a:prstGeom prst="rect">
            <a:avLst/>
          </a:prstGeom>
        </p:spPr>
      </p:pic>
    </p:spTree>
    <p:extLst>
      <p:ext uri="{BB962C8B-B14F-4D97-AF65-F5344CB8AC3E}">
        <p14:creationId xmlns:p14="http://schemas.microsoft.com/office/powerpoint/2010/main" val="1203241080"/>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18D281E-4B83-CADF-E05C-2779A19E8BED}"/>
            </a:ext>
          </a:extLst>
        </p:cNvPr>
        <p:cNvGrpSpPr/>
        <p:nvPr/>
      </p:nvGrpSpPr>
      <p:grpSpPr>
        <a:xfrm>
          <a:off x="0" y="0"/>
          <a:ext cx="0" cy="0"/>
          <a:chOff x="0" y="0"/>
          <a:chExt cx="0" cy="0"/>
        </a:xfrm>
      </p:grpSpPr>
      <p:sp>
        <p:nvSpPr>
          <p:cNvPr id="16" name="object 16">
            <a:extLst>
              <a:ext uri="{FF2B5EF4-FFF2-40B4-BE49-F238E27FC236}">
                <a16:creationId xmlns:a16="http://schemas.microsoft.com/office/drawing/2014/main" id="{3C614703-AB72-E989-42B5-849A55E9B3E2}"/>
              </a:ext>
            </a:extLst>
          </p:cNvPr>
          <p:cNvSpPr txBox="1">
            <a:spLocks noGrp="1"/>
          </p:cNvSpPr>
          <p:nvPr>
            <p:ph type="title"/>
          </p:nvPr>
        </p:nvSpPr>
        <p:spPr>
          <a:xfrm>
            <a:off x="685800" y="408883"/>
            <a:ext cx="10994410" cy="874598"/>
          </a:xfrm>
          <a:prstGeom prst="rect">
            <a:avLst/>
          </a:prstGeom>
        </p:spPr>
        <p:txBody>
          <a:bodyPr vert="horz" wrap="square" lIns="0" tIns="12700" rIns="0" bIns="0" rtlCol="0">
            <a:spAutoFit/>
          </a:bodyPr>
          <a:lstStyle/>
          <a:p>
            <a:pPr marL="12700" algn="just">
              <a:lnSpc>
                <a:spcPct val="100000"/>
              </a:lnSpc>
              <a:spcBef>
                <a:spcPts val="100"/>
              </a:spcBef>
            </a:pPr>
            <a:r>
              <a:rPr lang="en-US" dirty="0"/>
              <a:t>Learning outcome #2a – Notebook section 2. Layout Fundamentals – </a:t>
            </a:r>
            <a:r>
              <a:rPr lang="en-US" dirty="0">
                <a:solidFill>
                  <a:srgbClr val="FF0000"/>
                </a:solidFill>
              </a:rPr>
              <a:t>1 slide per component</a:t>
            </a:r>
            <a:br>
              <a:rPr lang="en-US" sz="2500" dirty="0"/>
            </a:br>
            <a:r>
              <a:rPr lang="en-US" sz="1800" b="0" i="1" dirty="0"/>
              <a:t>“Use your design results from Lab2 and Lab3 to create layout instances of your designed components: DCs, MMIs, MZIs &amp; Ring Resonators” </a:t>
            </a:r>
            <a:r>
              <a:rPr lang="en-US" sz="1800" b="0" i="1" dirty="0">
                <a:solidFill>
                  <a:srgbClr val="FF0000"/>
                </a:solidFill>
                <a:sym typeface="Wingdings" pitchFamily="2" charset="2"/>
              </a:rPr>
              <a:t> Make cells for all your components</a:t>
            </a:r>
            <a:endParaRPr sz="2500" b="0" i="1" dirty="0">
              <a:solidFill>
                <a:srgbClr val="FF0000"/>
              </a:solidFill>
              <a:latin typeface="+mj-lt"/>
              <a:cs typeface="Lucida Sans"/>
            </a:endParaRPr>
          </a:p>
        </p:txBody>
      </p:sp>
      <p:pic>
        <p:nvPicPr>
          <p:cNvPr id="83" name="Gráfico 82">
            <a:extLst>
              <a:ext uri="{FF2B5EF4-FFF2-40B4-BE49-F238E27FC236}">
                <a16:creationId xmlns:a16="http://schemas.microsoft.com/office/drawing/2014/main" id="{B2356666-601E-2F0B-B414-AFB7213C2F58}"/>
              </a:ext>
            </a:extLst>
          </p:cNvPr>
          <p:cNvPicPr>
            <a:picLocks noChangeAspect="1"/>
          </p:cNvPicPr>
          <p:nvPr/>
        </p:nvPicPr>
        <p:blipFill>
          <a:blip>
            <a:extLst>
              <a:ext uri="{96DAC541-7B7A-43D3-8B79-37D633B846F1}">
                <asvg:svgBlip xmlns:asvg="http://schemas.microsoft.com/office/drawing/2016/SVG/main" r:embed="rId3"/>
              </a:ext>
            </a:extLst>
          </a:blip>
          <a:stretch>
            <a:fillRect/>
          </a:stretch>
        </p:blipFill>
        <p:spPr>
          <a:xfrm>
            <a:off x="5045006" y="6356057"/>
            <a:ext cx="6409575" cy="363174"/>
          </a:xfrm>
          <a:prstGeom prst="rect">
            <a:avLst/>
          </a:prstGeom>
        </p:spPr>
      </p:pic>
      <p:sp>
        <p:nvSpPr>
          <p:cNvPr id="84" name="Marcador de número de diapositiva 83">
            <a:extLst>
              <a:ext uri="{FF2B5EF4-FFF2-40B4-BE49-F238E27FC236}">
                <a16:creationId xmlns:a16="http://schemas.microsoft.com/office/drawing/2014/main" id="{F6398BF1-A4DD-D652-E241-5E9DB50DD57A}"/>
              </a:ext>
            </a:extLst>
          </p:cNvPr>
          <p:cNvSpPr>
            <a:spLocks noGrp="1"/>
          </p:cNvSpPr>
          <p:nvPr>
            <p:ph type="sldNum" sz="quarter" idx="7"/>
          </p:nvPr>
        </p:nvSpPr>
        <p:spPr/>
        <p:txBody>
          <a:bodyPr/>
          <a:lstStyle/>
          <a:p>
            <a:fld id="{B6F15528-21DE-4FAA-801E-634DDDAF4B2B}" type="slidenum">
              <a:rPr lang="es-ES" smtClean="0"/>
              <a:t>9</a:t>
            </a:fld>
            <a:endParaRPr lang="es-ES"/>
          </a:p>
        </p:txBody>
      </p:sp>
      <p:sp>
        <p:nvSpPr>
          <p:cNvPr id="3" name="Marcador de pie de página 2">
            <a:extLst>
              <a:ext uri="{FF2B5EF4-FFF2-40B4-BE49-F238E27FC236}">
                <a16:creationId xmlns:a16="http://schemas.microsoft.com/office/drawing/2014/main" id="{CEC070D5-9297-7D8B-73E0-DC21D7D5CE09}"/>
              </a:ext>
            </a:extLst>
          </p:cNvPr>
          <p:cNvSpPr>
            <a:spLocks noGrp="1"/>
          </p:cNvSpPr>
          <p:nvPr>
            <p:ph type="ftr" sz="quarter" idx="5"/>
          </p:nvPr>
        </p:nvSpPr>
        <p:spPr/>
        <p:txBody>
          <a:bodyPr/>
          <a:lstStyle/>
          <a:p>
            <a:pPr marL="12700">
              <a:spcBef>
                <a:spcPts val="15"/>
              </a:spcBef>
            </a:pPr>
            <a:r>
              <a:rPr lang="es-ES" spc="-5"/>
              <a:t>LAB 4.0. LAYOUT</a:t>
            </a:r>
            <a:endParaRPr lang="es-ES" spc="-5" dirty="0"/>
          </a:p>
        </p:txBody>
      </p:sp>
      <p:sp>
        <p:nvSpPr>
          <p:cNvPr id="6" name="Rectángulo 5">
            <a:extLst>
              <a:ext uri="{FF2B5EF4-FFF2-40B4-BE49-F238E27FC236}">
                <a16:creationId xmlns:a16="http://schemas.microsoft.com/office/drawing/2014/main" id="{D8C2352E-973A-F389-F6A1-D644E07F2E7E}"/>
              </a:ext>
            </a:extLst>
          </p:cNvPr>
          <p:cNvSpPr/>
          <p:nvPr/>
        </p:nvSpPr>
        <p:spPr>
          <a:xfrm>
            <a:off x="609441" y="1418373"/>
            <a:ext cx="5332571" cy="4751794"/>
          </a:xfrm>
          <a:prstGeom prst="rect">
            <a:avLst/>
          </a:prstGeom>
          <a:noFill/>
          <a:ln w="28575">
            <a:solidFill>
              <a:srgbClr val="E0700D"/>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7" name="CuadroTexto 6">
            <a:extLst>
              <a:ext uri="{FF2B5EF4-FFF2-40B4-BE49-F238E27FC236}">
                <a16:creationId xmlns:a16="http://schemas.microsoft.com/office/drawing/2014/main" id="{792D8CBF-451B-83CB-7D64-3CD9C64B8333}"/>
              </a:ext>
            </a:extLst>
          </p:cNvPr>
          <p:cNvSpPr txBox="1"/>
          <p:nvPr/>
        </p:nvSpPr>
        <p:spPr>
          <a:xfrm>
            <a:off x="2063316" y="2494306"/>
            <a:ext cx="2424831" cy="646331"/>
          </a:xfrm>
          <a:prstGeom prst="rect">
            <a:avLst/>
          </a:prstGeom>
          <a:noFill/>
        </p:spPr>
        <p:txBody>
          <a:bodyPr wrap="none" rtlCol="0">
            <a:spAutoFit/>
          </a:bodyPr>
          <a:lstStyle/>
          <a:p>
            <a:pPr algn="ctr"/>
            <a:r>
              <a:rPr lang="en-US" dirty="0"/>
              <a:t>Component as cell code</a:t>
            </a:r>
          </a:p>
          <a:p>
            <a:pPr algn="ctr"/>
            <a:endParaRPr lang="en-US" dirty="0"/>
          </a:p>
        </p:txBody>
      </p:sp>
      <p:sp>
        <p:nvSpPr>
          <p:cNvPr id="8" name="Rectángulo 7">
            <a:extLst>
              <a:ext uri="{FF2B5EF4-FFF2-40B4-BE49-F238E27FC236}">
                <a16:creationId xmlns:a16="http://schemas.microsoft.com/office/drawing/2014/main" id="{BAAAC818-8C43-CF5D-4DB7-21D1E6A0DEED}"/>
              </a:ext>
            </a:extLst>
          </p:cNvPr>
          <p:cNvSpPr/>
          <p:nvPr/>
        </p:nvSpPr>
        <p:spPr>
          <a:xfrm>
            <a:off x="6476841" y="1420406"/>
            <a:ext cx="5332571" cy="4751794"/>
          </a:xfrm>
          <a:prstGeom prst="rect">
            <a:avLst/>
          </a:prstGeom>
          <a:noFill/>
          <a:ln w="28575">
            <a:solidFill>
              <a:srgbClr val="E0700D"/>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9" name="CuadroTexto 8">
            <a:extLst>
              <a:ext uri="{FF2B5EF4-FFF2-40B4-BE49-F238E27FC236}">
                <a16:creationId xmlns:a16="http://schemas.microsoft.com/office/drawing/2014/main" id="{2E0254F2-3F36-2B82-F469-33464298D91B}"/>
              </a:ext>
            </a:extLst>
          </p:cNvPr>
          <p:cNvSpPr txBox="1"/>
          <p:nvPr/>
        </p:nvSpPr>
        <p:spPr>
          <a:xfrm>
            <a:off x="7644330" y="2496339"/>
            <a:ext cx="2997616" cy="369332"/>
          </a:xfrm>
          <a:prstGeom prst="rect">
            <a:avLst/>
          </a:prstGeom>
          <a:noFill/>
        </p:spPr>
        <p:txBody>
          <a:bodyPr wrap="none" rtlCol="0">
            <a:spAutoFit/>
          </a:bodyPr>
          <a:lstStyle/>
          <a:p>
            <a:pPr algn="ctr"/>
            <a:r>
              <a:rPr lang="es-ES" dirty="0" err="1"/>
              <a:t>Component</a:t>
            </a:r>
            <a:r>
              <a:rPr lang="es-ES" dirty="0"/>
              <a:t> as </a:t>
            </a:r>
            <a:r>
              <a:rPr lang="es-ES" dirty="0" err="1"/>
              <a:t>cell</a:t>
            </a:r>
            <a:r>
              <a:rPr lang="es-ES" dirty="0"/>
              <a:t> </a:t>
            </a:r>
            <a:r>
              <a:rPr lang="es-ES" dirty="0" err="1"/>
              <a:t>screenshot</a:t>
            </a:r>
            <a:endParaRPr lang="en-US" dirty="0"/>
          </a:p>
        </p:txBody>
      </p:sp>
      <p:pic>
        <p:nvPicPr>
          <p:cNvPr id="10" name="Imagen 9">
            <a:extLst>
              <a:ext uri="{FF2B5EF4-FFF2-40B4-BE49-F238E27FC236}">
                <a16:creationId xmlns:a16="http://schemas.microsoft.com/office/drawing/2014/main" id="{D5D75A9D-E890-44FF-2FDF-A0A187C26E74}"/>
              </a:ext>
            </a:extLst>
          </p:cNvPr>
          <p:cNvPicPr>
            <a:picLocks noChangeAspect="1"/>
          </p:cNvPicPr>
          <p:nvPr/>
        </p:nvPicPr>
        <p:blipFill>
          <a:blip r:embed="rId4"/>
          <a:stretch>
            <a:fillRect/>
          </a:stretch>
        </p:blipFill>
        <p:spPr>
          <a:xfrm>
            <a:off x="900243" y="2318524"/>
            <a:ext cx="4890957" cy="2292810"/>
          </a:xfrm>
          <a:prstGeom prst="rect">
            <a:avLst/>
          </a:prstGeom>
        </p:spPr>
      </p:pic>
      <p:pic>
        <p:nvPicPr>
          <p:cNvPr id="12" name="Imagen 11">
            <a:extLst>
              <a:ext uri="{FF2B5EF4-FFF2-40B4-BE49-F238E27FC236}">
                <a16:creationId xmlns:a16="http://schemas.microsoft.com/office/drawing/2014/main" id="{BEFCB934-B763-A646-47FC-3A4E0CC0BEB7}"/>
              </a:ext>
            </a:extLst>
          </p:cNvPr>
          <p:cNvPicPr>
            <a:picLocks noChangeAspect="1"/>
          </p:cNvPicPr>
          <p:nvPr/>
        </p:nvPicPr>
        <p:blipFill>
          <a:blip r:embed="rId5"/>
          <a:stretch>
            <a:fillRect/>
          </a:stretch>
        </p:blipFill>
        <p:spPr>
          <a:xfrm>
            <a:off x="6629400" y="1886941"/>
            <a:ext cx="5050810" cy="3812867"/>
          </a:xfrm>
          <a:prstGeom prst="rect">
            <a:avLst/>
          </a:prstGeom>
        </p:spPr>
      </p:pic>
    </p:spTree>
    <p:extLst>
      <p:ext uri="{BB962C8B-B14F-4D97-AF65-F5344CB8AC3E}">
        <p14:creationId xmlns:p14="http://schemas.microsoft.com/office/powerpoint/2010/main" val="1504002157"/>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730C132-E1C8-1362-530E-C6027C829FDD}"/>
            </a:ext>
          </a:extLst>
        </p:cNvPr>
        <p:cNvGrpSpPr/>
        <p:nvPr/>
      </p:nvGrpSpPr>
      <p:grpSpPr>
        <a:xfrm>
          <a:off x="0" y="0"/>
          <a:ext cx="0" cy="0"/>
          <a:chOff x="0" y="0"/>
          <a:chExt cx="0" cy="0"/>
        </a:xfrm>
      </p:grpSpPr>
      <p:sp>
        <p:nvSpPr>
          <p:cNvPr id="16" name="object 16">
            <a:extLst>
              <a:ext uri="{FF2B5EF4-FFF2-40B4-BE49-F238E27FC236}">
                <a16:creationId xmlns:a16="http://schemas.microsoft.com/office/drawing/2014/main" id="{E438C6E4-AC3D-FDD7-DCDB-95B726AE0364}"/>
              </a:ext>
            </a:extLst>
          </p:cNvPr>
          <p:cNvSpPr txBox="1">
            <a:spLocks noGrp="1"/>
          </p:cNvSpPr>
          <p:nvPr>
            <p:ph type="title"/>
          </p:nvPr>
        </p:nvSpPr>
        <p:spPr>
          <a:xfrm>
            <a:off x="685800" y="408883"/>
            <a:ext cx="10994410" cy="874598"/>
          </a:xfrm>
          <a:prstGeom prst="rect">
            <a:avLst/>
          </a:prstGeom>
        </p:spPr>
        <p:txBody>
          <a:bodyPr vert="horz" wrap="square" lIns="0" tIns="12700" rIns="0" bIns="0" rtlCol="0">
            <a:spAutoFit/>
          </a:bodyPr>
          <a:lstStyle/>
          <a:p>
            <a:pPr marL="12700" algn="just">
              <a:lnSpc>
                <a:spcPct val="100000"/>
              </a:lnSpc>
              <a:spcBef>
                <a:spcPts val="100"/>
              </a:spcBef>
            </a:pPr>
            <a:r>
              <a:rPr lang="en-US" dirty="0"/>
              <a:t>Learning outcome #2a – Notebook section 2. Layout Fundamentals – </a:t>
            </a:r>
            <a:r>
              <a:rPr lang="en-US" dirty="0">
                <a:solidFill>
                  <a:srgbClr val="FF0000"/>
                </a:solidFill>
              </a:rPr>
              <a:t>1 slide per component</a:t>
            </a:r>
            <a:br>
              <a:rPr lang="en-US" sz="2500" dirty="0"/>
            </a:br>
            <a:r>
              <a:rPr lang="en-US" sz="1800" b="0" i="1" dirty="0"/>
              <a:t>“Use your design results from Lab2 and Lab3 to create layout instances of your designed components: DCs, MMIs, MZIs &amp; Ring Resonators” </a:t>
            </a:r>
            <a:r>
              <a:rPr lang="en-US" sz="1800" b="0" i="1" dirty="0">
                <a:solidFill>
                  <a:srgbClr val="FF0000"/>
                </a:solidFill>
                <a:sym typeface="Wingdings" pitchFamily="2" charset="2"/>
              </a:rPr>
              <a:t> Make cells for all your components</a:t>
            </a:r>
            <a:endParaRPr sz="2500" b="0" i="1" dirty="0">
              <a:solidFill>
                <a:srgbClr val="FF0000"/>
              </a:solidFill>
              <a:latin typeface="+mj-lt"/>
              <a:cs typeface="Lucida Sans"/>
            </a:endParaRPr>
          </a:p>
        </p:txBody>
      </p:sp>
      <p:pic>
        <p:nvPicPr>
          <p:cNvPr id="83" name="Gráfico 82">
            <a:extLst>
              <a:ext uri="{FF2B5EF4-FFF2-40B4-BE49-F238E27FC236}">
                <a16:creationId xmlns:a16="http://schemas.microsoft.com/office/drawing/2014/main" id="{A5C50729-4366-A6C4-2CBA-FA6253EDCD97}"/>
              </a:ext>
            </a:extLst>
          </p:cNvPr>
          <p:cNvPicPr>
            <a:picLocks noChangeAspect="1"/>
          </p:cNvPicPr>
          <p:nvPr/>
        </p:nvPicPr>
        <p:blipFill>
          <a:blip>
            <a:extLst>
              <a:ext uri="{96DAC541-7B7A-43D3-8B79-37D633B846F1}">
                <asvg:svgBlip xmlns:asvg="http://schemas.microsoft.com/office/drawing/2016/SVG/main" r:embed="rId3"/>
              </a:ext>
            </a:extLst>
          </a:blip>
          <a:stretch>
            <a:fillRect/>
          </a:stretch>
        </p:blipFill>
        <p:spPr>
          <a:xfrm>
            <a:off x="5045006" y="6356057"/>
            <a:ext cx="6409575" cy="363174"/>
          </a:xfrm>
          <a:prstGeom prst="rect">
            <a:avLst/>
          </a:prstGeom>
        </p:spPr>
      </p:pic>
      <p:sp>
        <p:nvSpPr>
          <p:cNvPr id="84" name="Marcador de número de diapositiva 83">
            <a:extLst>
              <a:ext uri="{FF2B5EF4-FFF2-40B4-BE49-F238E27FC236}">
                <a16:creationId xmlns:a16="http://schemas.microsoft.com/office/drawing/2014/main" id="{44F3FA4D-C5D0-C8D2-B16C-61FB635B8127}"/>
              </a:ext>
            </a:extLst>
          </p:cNvPr>
          <p:cNvSpPr>
            <a:spLocks noGrp="1"/>
          </p:cNvSpPr>
          <p:nvPr>
            <p:ph type="sldNum" sz="quarter" idx="7"/>
          </p:nvPr>
        </p:nvSpPr>
        <p:spPr/>
        <p:txBody>
          <a:bodyPr/>
          <a:lstStyle/>
          <a:p>
            <a:fld id="{B6F15528-21DE-4FAA-801E-634DDDAF4B2B}" type="slidenum">
              <a:rPr lang="es-ES" smtClean="0"/>
              <a:t>10</a:t>
            </a:fld>
            <a:endParaRPr lang="es-ES"/>
          </a:p>
        </p:txBody>
      </p:sp>
      <p:sp>
        <p:nvSpPr>
          <p:cNvPr id="3" name="Marcador de pie de página 2">
            <a:extLst>
              <a:ext uri="{FF2B5EF4-FFF2-40B4-BE49-F238E27FC236}">
                <a16:creationId xmlns:a16="http://schemas.microsoft.com/office/drawing/2014/main" id="{C07E3082-5DA5-ADC1-9487-7053A1E07204}"/>
              </a:ext>
            </a:extLst>
          </p:cNvPr>
          <p:cNvSpPr>
            <a:spLocks noGrp="1"/>
          </p:cNvSpPr>
          <p:nvPr>
            <p:ph type="ftr" sz="quarter" idx="5"/>
          </p:nvPr>
        </p:nvSpPr>
        <p:spPr/>
        <p:txBody>
          <a:bodyPr/>
          <a:lstStyle/>
          <a:p>
            <a:pPr marL="12700">
              <a:spcBef>
                <a:spcPts val="15"/>
              </a:spcBef>
            </a:pPr>
            <a:r>
              <a:rPr lang="es-ES" spc="-5"/>
              <a:t>LAB 4.0. LAYOUT</a:t>
            </a:r>
            <a:endParaRPr lang="es-ES" spc="-5" dirty="0"/>
          </a:p>
        </p:txBody>
      </p:sp>
      <p:sp>
        <p:nvSpPr>
          <p:cNvPr id="6" name="Rectángulo 5">
            <a:extLst>
              <a:ext uri="{FF2B5EF4-FFF2-40B4-BE49-F238E27FC236}">
                <a16:creationId xmlns:a16="http://schemas.microsoft.com/office/drawing/2014/main" id="{0D9CADAA-51C8-1AFC-1CB8-E481631ECEC9}"/>
              </a:ext>
            </a:extLst>
          </p:cNvPr>
          <p:cNvSpPr/>
          <p:nvPr/>
        </p:nvSpPr>
        <p:spPr>
          <a:xfrm>
            <a:off x="609441" y="1418373"/>
            <a:ext cx="5332571" cy="4751794"/>
          </a:xfrm>
          <a:prstGeom prst="rect">
            <a:avLst/>
          </a:prstGeom>
          <a:noFill/>
          <a:ln w="28575">
            <a:solidFill>
              <a:srgbClr val="E0700D"/>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7" name="CuadroTexto 6">
            <a:extLst>
              <a:ext uri="{FF2B5EF4-FFF2-40B4-BE49-F238E27FC236}">
                <a16:creationId xmlns:a16="http://schemas.microsoft.com/office/drawing/2014/main" id="{906B267D-D367-5BDF-ED88-BB581B1D9B73}"/>
              </a:ext>
            </a:extLst>
          </p:cNvPr>
          <p:cNvSpPr txBox="1"/>
          <p:nvPr/>
        </p:nvSpPr>
        <p:spPr>
          <a:xfrm>
            <a:off x="2063316" y="2494306"/>
            <a:ext cx="2424831" cy="646331"/>
          </a:xfrm>
          <a:prstGeom prst="rect">
            <a:avLst/>
          </a:prstGeom>
          <a:noFill/>
        </p:spPr>
        <p:txBody>
          <a:bodyPr wrap="none" rtlCol="0">
            <a:spAutoFit/>
          </a:bodyPr>
          <a:lstStyle/>
          <a:p>
            <a:pPr algn="ctr"/>
            <a:r>
              <a:rPr lang="en-US" dirty="0"/>
              <a:t>Component as cell code</a:t>
            </a:r>
          </a:p>
          <a:p>
            <a:pPr algn="ctr"/>
            <a:endParaRPr lang="en-US" dirty="0"/>
          </a:p>
        </p:txBody>
      </p:sp>
      <p:sp>
        <p:nvSpPr>
          <p:cNvPr id="8" name="Rectángulo 7">
            <a:extLst>
              <a:ext uri="{FF2B5EF4-FFF2-40B4-BE49-F238E27FC236}">
                <a16:creationId xmlns:a16="http://schemas.microsoft.com/office/drawing/2014/main" id="{5007992D-7C41-F31A-D25B-A20F4CAC35C3}"/>
              </a:ext>
            </a:extLst>
          </p:cNvPr>
          <p:cNvSpPr/>
          <p:nvPr/>
        </p:nvSpPr>
        <p:spPr>
          <a:xfrm>
            <a:off x="6476841" y="1420406"/>
            <a:ext cx="5332571" cy="4751794"/>
          </a:xfrm>
          <a:prstGeom prst="rect">
            <a:avLst/>
          </a:prstGeom>
          <a:noFill/>
          <a:ln w="28575">
            <a:solidFill>
              <a:srgbClr val="E0700D"/>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9" name="CuadroTexto 8">
            <a:extLst>
              <a:ext uri="{FF2B5EF4-FFF2-40B4-BE49-F238E27FC236}">
                <a16:creationId xmlns:a16="http://schemas.microsoft.com/office/drawing/2014/main" id="{1D16439B-0387-0835-101F-0B55584570A2}"/>
              </a:ext>
            </a:extLst>
          </p:cNvPr>
          <p:cNvSpPr txBox="1"/>
          <p:nvPr/>
        </p:nvSpPr>
        <p:spPr>
          <a:xfrm>
            <a:off x="7644330" y="2496339"/>
            <a:ext cx="2997616" cy="369332"/>
          </a:xfrm>
          <a:prstGeom prst="rect">
            <a:avLst/>
          </a:prstGeom>
          <a:noFill/>
        </p:spPr>
        <p:txBody>
          <a:bodyPr wrap="none" rtlCol="0">
            <a:spAutoFit/>
          </a:bodyPr>
          <a:lstStyle/>
          <a:p>
            <a:pPr algn="ctr"/>
            <a:r>
              <a:rPr lang="es-ES" dirty="0" err="1"/>
              <a:t>Component</a:t>
            </a:r>
            <a:r>
              <a:rPr lang="es-ES" dirty="0"/>
              <a:t> as </a:t>
            </a:r>
            <a:r>
              <a:rPr lang="es-ES" dirty="0" err="1"/>
              <a:t>cell</a:t>
            </a:r>
            <a:r>
              <a:rPr lang="es-ES" dirty="0"/>
              <a:t> </a:t>
            </a:r>
            <a:r>
              <a:rPr lang="es-ES" dirty="0" err="1"/>
              <a:t>screenshot</a:t>
            </a:r>
            <a:endParaRPr lang="en-US" dirty="0"/>
          </a:p>
        </p:txBody>
      </p:sp>
      <p:pic>
        <p:nvPicPr>
          <p:cNvPr id="4" name="Imagen 3">
            <a:extLst>
              <a:ext uri="{FF2B5EF4-FFF2-40B4-BE49-F238E27FC236}">
                <a16:creationId xmlns:a16="http://schemas.microsoft.com/office/drawing/2014/main" id="{51A59732-0A92-6C0B-218A-EC73F2F3111B}"/>
              </a:ext>
            </a:extLst>
          </p:cNvPr>
          <p:cNvPicPr>
            <a:picLocks noChangeAspect="1"/>
          </p:cNvPicPr>
          <p:nvPr/>
        </p:nvPicPr>
        <p:blipFill>
          <a:blip r:embed="rId4"/>
          <a:stretch>
            <a:fillRect/>
          </a:stretch>
        </p:blipFill>
        <p:spPr>
          <a:xfrm>
            <a:off x="806537" y="2522244"/>
            <a:ext cx="5023228" cy="2432485"/>
          </a:xfrm>
          <a:prstGeom prst="rect">
            <a:avLst/>
          </a:prstGeom>
        </p:spPr>
      </p:pic>
      <p:pic>
        <p:nvPicPr>
          <p:cNvPr id="10" name="Imagen 9">
            <a:extLst>
              <a:ext uri="{FF2B5EF4-FFF2-40B4-BE49-F238E27FC236}">
                <a16:creationId xmlns:a16="http://schemas.microsoft.com/office/drawing/2014/main" id="{8B9D1E3D-D707-BC55-883A-35E8085C81BC}"/>
              </a:ext>
            </a:extLst>
          </p:cNvPr>
          <p:cNvPicPr>
            <a:picLocks noChangeAspect="1"/>
          </p:cNvPicPr>
          <p:nvPr/>
        </p:nvPicPr>
        <p:blipFill>
          <a:blip r:embed="rId5"/>
          <a:stretch>
            <a:fillRect/>
          </a:stretch>
        </p:blipFill>
        <p:spPr>
          <a:xfrm>
            <a:off x="6802293" y="1837180"/>
            <a:ext cx="4769380" cy="3600414"/>
          </a:xfrm>
          <a:prstGeom prst="rect">
            <a:avLst/>
          </a:prstGeom>
        </p:spPr>
      </p:pic>
    </p:spTree>
    <p:extLst>
      <p:ext uri="{BB962C8B-B14F-4D97-AF65-F5344CB8AC3E}">
        <p14:creationId xmlns:p14="http://schemas.microsoft.com/office/powerpoint/2010/main" val="1118048877"/>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669C73C-2FCE-E866-667E-BC36598E5FFB}"/>
            </a:ext>
          </a:extLst>
        </p:cNvPr>
        <p:cNvGrpSpPr/>
        <p:nvPr/>
      </p:nvGrpSpPr>
      <p:grpSpPr>
        <a:xfrm>
          <a:off x="0" y="0"/>
          <a:ext cx="0" cy="0"/>
          <a:chOff x="0" y="0"/>
          <a:chExt cx="0" cy="0"/>
        </a:xfrm>
      </p:grpSpPr>
      <p:sp>
        <p:nvSpPr>
          <p:cNvPr id="16" name="object 16">
            <a:extLst>
              <a:ext uri="{FF2B5EF4-FFF2-40B4-BE49-F238E27FC236}">
                <a16:creationId xmlns:a16="http://schemas.microsoft.com/office/drawing/2014/main" id="{0FCA72E1-E172-20D7-A0F8-BF75CBDC80EB}"/>
              </a:ext>
            </a:extLst>
          </p:cNvPr>
          <p:cNvSpPr txBox="1">
            <a:spLocks noGrp="1"/>
          </p:cNvSpPr>
          <p:nvPr>
            <p:ph type="title"/>
          </p:nvPr>
        </p:nvSpPr>
        <p:spPr>
          <a:xfrm>
            <a:off x="685800" y="408883"/>
            <a:ext cx="10994410" cy="874598"/>
          </a:xfrm>
          <a:prstGeom prst="rect">
            <a:avLst/>
          </a:prstGeom>
        </p:spPr>
        <p:txBody>
          <a:bodyPr vert="horz" wrap="square" lIns="0" tIns="12700" rIns="0" bIns="0" rtlCol="0">
            <a:spAutoFit/>
          </a:bodyPr>
          <a:lstStyle/>
          <a:p>
            <a:pPr marL="12700" algn="just">
              <a:lnSpc>
                <a:spcPct val="100000"/>
              </a:lnSpc>
              <a:spcBef>
                <a:spcPts val="100"/>
              </a:spcBef>
            </a:pPr>
            <a:r>
              <a:rPr lang="en-US" dirty="0"/>
              <a:t>Learning outcome #2a – Notebook section 2. Layout Fundamentals – </a:t>
            </a:r>
            <a:r>
              <a:rPr lang="en-US" dirty="0">
                <a:solidFill>
                  <a:srgbClr val="FF0000"/>
                </a:solidFill>
              </a:rPr>
              <a:t>1 slide per component</a:t>
            </a:r>
            <a:br>
              <a:rPr lang="en-US" sz="2500" dirty="0"/>
            </a:br>
            <a:r>
              <a:rPr lang="en-US" sz="1800" b="0" i="1" dirty="0"/>
              <a:t>“Use your design results from Lab2 and Lab3 to create layout instances of your designed components: DCs, MMIs, MZIs &amp; Ring Resonators” </a:t>
            </a:r>
            <a:r>
              <a:rPr lang="en-US" sz="1800" b="0" i="1" dirty="0">
                <a:solidFill>
                  <a:srgbClr val="FF0000"/>
                </a:solidFill>
                <a:sym typeface="Wingdings" pitchFamily="2" charset="2"/>
              </a:rPr>
              <a:t> Make cells for all your components</a:t>
            </a:r>
            <a:endParaRPr sz="2500" b="0" i="1" dirty="0">
              <a:solidFill>
                <a:srgbClr val="FF0000"/>
              </a:solidFill>
              <a:latin typeface="+mj-lt"/>
              <a:cs typeface="Lucida Sans"/>
            </a:endParaRPr>
          </a:p>
        </p:txBody>
      </p:sp>
      <p:pic>
        <p:nvPicPr>
          <p:cNvPr id="83" name="Gráfico 82">
            <a:extLst>
              <a:ext uri="{FF2B5EF4-FFF2-40B4-BE49-F238E27FC236}">
                <a16:creationId xmlns:a16="http://schemas.microsoft.com/office/drawing/2014/main" id="{E97A818A-5E73-53B5-46EB-71AFE4020BE4}"/>
              </a:ext>
            </a:extLst>
          </p:cNvPr>
          <p:cNvPicPr>
            <a:picLocks noChangeAspect="1"/>
          </p:cNvPicPr>
          <p:nvPr/>
        </p:nvPicPr>
        <p:blipFill>
          <a:blip>
            <a:extLst>
              <a:ext uri="{96DAC541-7B7A-43D3-8B79-37D633B846F1}">
                <asvg:svgBlip xmlns:asvg="http://schemas.microsoft.com/office/drawing/2016/SVG/main" r:embed="rId3"/>
              </a:ext>
            </a:extLst>
          </a:blip>
          <a:stretch>
            <a:fillRect/>
          </a:stretch>
        </p:blipFill>
        <p:spPr>
          <a:xfrm>
            <a:off x="5045006" y="6356057"/>
            <a:ext cx="6409575" cy="363174"/>
          </a:xfrm>
          <a:prstGeom prst="rect">
            <a:avLst/>
          </a:prstGeom>
        </p:spPr>
      </p:pic>
      <p:sp>
        <p:nvSpPr>
          <p:cNvPr id="84" name="Marcador de número de diapositiva 83">
            <a:extLst>
              <a:ext uri="{FF2B5EF4-FFF2-40B4-BE49-F238E27FC236}">
                <a16:creationId xmlns:a16="http://schemas.microsoft.com/office/drawing/2014/main" id="{1E18C519-6FA8-042D-6B36-566621F76C77}"/>
              </a:ext>
            </a:extLst>
          </p:cNvPr>
          <p:cNvSpPr>
            <a:spLocks noGrp="1"/>
          </p:cNvSpPr>
          <p:nvPr>
            <p:ph type="sldNum" sz="quarter" idx="7"/>
          </p:nvPr>
        </p:nvSpPr>
        <p:spPr/>
        <p:txBody>
          <a:bodyPr/>
          <a:lstStyle/>
          <a:p>
            <a:fld id="{B6F15528-21DE-4FAA-801E-634DDDAF4B2B}" type="slidenum">
              <a:rPr lang="es-ES" smtClean="0"/>
              <a:t>11</a:t>
            </a:fld>
            <a:endParaRPr lang="es-ES"/>
          </a:p>
        </p:txBody>
      </p:sp>
      <p:sp>
        <p:nvSpPr>
          <p:cNvPr id="3" name="Marcador de pie de página 2">
            <a:extLst>
              <a:ext uri="{FF2B5EF4-FFF2-40B4-BE49-F238E27FC236}">
                <a16:creationId xmlns:a16="http://schemas.microsoft.com/office/drawing/2014/main" id="{24B7DE03-D6BA-DBCA-F0F1-A698ED25BFDE}"/>
              </a:ext>
            </a:extLst>
          </p:cNvPr>
          <p:cNvSpPr>
            <a:spLocks noGrp="1"/>
          </p:cNvSpPr>
          <p:nvPr>
            <p:ph type="ftr" sz="quarter" idx="5"/>
          </p:nvPr>
        </p:nvSpPr>
        <p:spPr/>
        <p:txBody>
          <a:bodyPr/>
          <a:lstStyle/>
          <a:p>
            <a:pPr marL="12700">
              <a:spcBef>
                <a:spcPts val="15"/>
              </a:spcBef>
            </a:pPr>
            <a:r>
              <a:rPr lang="es-ES" spc="-5"/>
              <a:t>LAB 4.0. LAYOUT</a:t>
            </a:r>
            <a:endParaRPr lang="es-ES" spc="-5" dirty="0"/>
          </a:p>
        </p:txBody>
      </p:sp>
      <p:sp>
        <p:nvSpPr>
          <p:cNvPr id="6" name="Rectángulo 5">
            <a:extLst>
              <a:ext uri="{FF2B5EF4-FFF2-40B4-BE49-F238E27FC236}">
                <a16:creationId xmlns:a16="http://schemas.microsoft.com/office/drawing/2014/main" id="{FD69884F-5072-8966-EDDF-F7CDF74404B9}"/>
              </a:ext>
            </a:extLst>
          </p:cNvPr>
          <p:cNvSpPr/>
          <p:nvPr/>
        </p:nvSpPr>
        <p:spPr>
          <a:xfrm>
            <a:off x="609441" y="1418373"/>
            <a:ext cx="5332571" cy="4751794"/>
          </a:xfrm>
          <a:prstGeom prst="rect">
            <a:avLst/>
          </a:prstGeom>
          <a:noFill/>
          <a:ln w="28575">
            <a:solidFill>
              <a:srgbClr val="E0700D"/>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7" name="CuadroTexto 6">
            <a:extLst>
              <a:ext uri="{FF2B5EF4-FFF2-40B4-BE49-F238E27FC236}">
                <a16:creationId xmlns:a16="http://schemas.microsoft.com/office/drawing/2014/main" id="{85463405-9266-98D0-40C8-178940D13741}"/>
              </a:ext>
            </a:extLst>
          </p:cNvPr>
          <p:cNvSpPr txBox="1"/>
          <p:nvPr/>
        </p:nvSpPr>
        <p:spPr>
          <a:xfrm>
            <a:off x="2063316" y="2494306"/>
            <a:ext cx="2424831" cy="646331"/>
          </a:xfrm>
          <a:prstGeom prst="rect">
            <a:avLst/>
          </a:prstGeom>
          <a:noFill/>
        </p:spPr>
        <p:txBody>
          <a:bodyPr wrap="none" rtlCol="0">
            <a:spAutoFit/>
          </a:bodyPr>
          <a:lstStyle/>
          <a:p>
            <a:pPr algn="ctr"/>
            <a:r>
              <a:rPr lang="en-US" dirty="0"/>
              <a:t>Component as cell code</a:t>
            </a:r>
          </a:p>
          <a:p>
            <a:pPr algn="ctr"/>
            <a:endParaRPr lang="en-US" dirty="0"/>
          </a:p>
        </p:txBody>
      </p:sp>
      <p:sp>
        <p:nvSpPr>
          <p:cNvPr id="8" name="Rectángulo 7">
            <a:extLst>
              <a:ext uri="{FF2B5EF4-FFF2-40B4-BE49-F238E27FC236}">
                <a16:creationId xmlns:a16="http://schemas.microsoft.com/office/drawing/2014/main" id="{7D50D2A1-01B6-513C-F587-563C3FABD3AD}"/>
              </a:ext>
            </a:extLst>
          </p:cNvPr>
          <p:cNvSpPr/>
          <p:nvPr/>
        </p:nvSpPr>
        <p:spPr>
          <a:xfrm>
            <a:off x="6476841" y="1420406"/>
            <a:ext cx="5332571" cy="4751794"/>
          </a:xfrm>
          <a:prstGeom prst="rect">
            <a:avLst/>
          </a:prstGeom>
          <a:noFill/>
          <a:ln w="28575">
            <a:solidFill>
              <a:srgbClr val="E0700D"/>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9" name="CuadroTexto 8">
            <a:extLst>
              <a:ext uri="{FF2B5EF4-FFF2-40B4-BE49-F238E27FC236}">
                <a16:creationId xmlns:a16="http://schemas.microsoft.com/office/drawing/2014/main" id="{FFC0DA50-5DC1-C816-BC9B-53D89122D13C}"/>
              </a:ext>
            </a:extLst>
          </p:cNvPr>
          <p:cNvSpPr txBox="1"/>
          <p:nvPr/>
        </p:nvSpPr>
        <p:spPr>
          <a:xfrm>
            <a:off x="7644330" y="2496339"/>
            <a:ext cx="2997616" cy="369332"/>
          </a:xfrm>
          <a:prstGeom prst="rect">
            <a:avLst/>
          </a:prstGeom>
          <a:noFill/>
        </p:spPr>
        <p:txBody>
          <a:bodyPr wrap="none" rtlCol="0">
            <a:spAutoFit/>
          </a:bodyPr>
          <a:lstStyle/>
          <a:p>
            <a:pPr algn="ctr"/>
            <a:r>
              <a:rPr lang="es-ES" dirty="0" err="1"/>
              <a:t>Component</a:t>
            </a:r>
            <a:r>
              <a:rPr lang="es-ES" dirty="0"/>
              <a:t> as </a:t>
            </a:r>
            <a:r>
              <a:rPr lang="es-ES" dirty="0" err="1"/>
              <a:t>cell</a:t>
            </a:r>
            <a:r>
              <a:rPr lang="es-ES" dirty="0"/>
              <a:t> </a:t>
            </a:r>
            <a:r>
              <a:rPr lang="es-ES" dirty="0" err="1"/>
              <a:t>screenshot</a:t>
            </a:r>
            <a:endParaRPr lang="en-US" dirty="0"/>
          </a:p>
        </p:txBody>
      </p:sp>
      <p:pic>
        <p:nvPicPr>
          <p:cNvPr id="4" name="Imagen 3">
            <a:extLst>
              <a:ext uri="{FF2B5EF4-FFF2-40B4-BE49-F238E27FC236}">
                <a16:creationId xmlns:a16="http://schemas.microsoft.com/office/drawing/2014/main" id="{D1B41DE4-2A4A-A415-F7B9-B715AE87CD29}"/>
              </a:ext>
            </a:extLst>
          </p:cNvPr>
          <p:cNvPicPr>
            <a:picLocks noChangeAspect="1"/>
          </p:cNvPicPr>
          <p:nvPr/>
        </p:nvPicPr>
        <p:blipFill>
          <a:blip r:embed="rId4"/>
          <a:stretch>
            <a:fillRect/>
          </a:stretch>
        </p:blipFill>
        <p:spPr>
          <a:xfrm>
            <a:off x="741300" y="2449130"/>
            <a:ext cx="5068852" cy="2460493"/>
          </a:xfrm>
          <a:prstGeom prst="rect">
            <a:avLst/>
          </a:prstGeom>
        </p:spPr>
      </p:pic>
      <p:pic>
        <p:nvPicPr>
          <p:cNvPr id="10" name="Imagen 9">
            <a:extLst>
              <a:ext uri="{FF2B5EF4-FFF2-40B4-BE49-F238E27FC236}">
                <a16:creationId xmlns:a16="http://schemas.microsoft.com/office/drawing/2014/main" id="{BE299638-B417-458F-AB96-D3A48546A872}"/>
              </a:ext>
            </a:extLst>
          </p:cNvPr>
          <p:cNvPicPr>
            <a:picLocks noChangeAspect="1"/>
          </p:cNvPicPr>
          <p:nvPr/>
        </p:nvPicPr>
        <p:blipFill>
          <a:blip r:embed="rId5"/>
          <a:stretch>
            <a:fillRect/>
          </a:stretch>
        </p:blipFill>
        <p:spPr>
          <a:xfrm>
            <a:off x="6772684" y="1905000"/>
            <a:ext cx="4809875" cy="3630984"/>
          </a:xfrm>
          <a:prstGeom prst="rect">
            <a:avLst/>
          </a:prstGeom>
        </p:spPr>
      </p:pic>
    </p:spTree>
    <p:extLst>
      <p:ext uri="{BB962C8B-B14F-4D97-AF65-F5344CB8AC3E}">
        <p14:creationId xmlns:p14="http://schemas.microsoft.com/office/powerpoint/2010/main" val="4272319922"/>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AF2BFAC-687C-E878-CE23-5698EE7F20A0}"/>
            </a:ext>
          </a:extLst>
        </p:cNvPr>
        <p:cNvGrpSpPr/>
        <p:nvPr/>
      </p:nvGrpSpPr>
      <p:grpSpPr>
        <a:xfrm>
          <a:off x="0" y="0"/>
          <a:ext cx="0" cy="0"/>
          <a:chOff x="0" y="0"/>
          <a:chExt cx="0" cy="0"/>
        </a:xfrm>
      </p:grpSpPr>
      <p:sp>
        <p:nvSpPr>
          <p:cNvPr id="16" name="object 16">
            <a:extLst>
              <a:ext uri="{FF2B5EF4-FFF2-40B4-BE49-F238E27FC236}">
                <a16:creationId xmlns:a16="http://schemas.microsoft.com/office/drawing/2014/main" id="{72B0AA8C-A056-333D-6630-B5BDFA48678C}"/>
              </a:ext>
            </a:extLst>
          </p:cNvPr>
          <p:cNvSpPr txBox="1">
            <a:spLocks noGrp="1"/>
          </p:cNvSpPr>
          <p:nvPr>
            <p:ph type="title"/>
          </p:nvPr>
        </p:nvSpPr>
        <p:spPr>
          <a:xfrm>
            <a:off x="685800" y="408883"/>
            <a:ext cx="10994410" cy="874598"/>
          </a:xfrm>
          <a:prstGeom prst="rect">
            <a:avLst/>
          </a:prstGeom>
        </p:spPr>
        <p:txBody>
          <a:bodyPr vert="horz" wrap="square" lIns="0" tIns="12700" rIns="0" bIns="0" rtlCol="0">
            <a:spAutoFit/>
          </a:bodyPr>
          <a:lstStyle/>
          <a:p>
            <a:pPr marL="12700" algn="just">
              <a:lnSpc>
                <a:spcPct val="100000"/>
              </a:lnSpc>
              <a:spcBef>
                <a:spcPts val="100"/>
              </a:spcBef>
            </a:pPr>
            <a:r>
              <a:rPr lang="en-US" dirty="0"/>
              <a:t>Learning outcome #2a – Notebook section 2. Layout Fundamentals – </a:t>
            </a:r>
            <a:r>
              <a:rPr lang="en-US" dirty="0">
                <a:solidFill>
                  <a:srgbClr val="FF0000"/>
                </a:solidFill>
              </a:rPr>
              <a:t>1 slide per component</a:t>
            </a:r>
            <a:br>
              <a:rPr lang="en-US" sz="2500" dirty="0"/>
            </a:br>
            <a:r>
              <a:rPr lang="en-US" sz="1800" b="0" i="1" dirty="0"/>
              <a:t>“Use your design results from Lab2 and Lab3 to create layout instances of your designed components: DCs, MMIs, MZIs &amp; Ring Resonators” </a:t>
            </a:r>
            <a:r>
              <a:rPr lang="en-US" sz="1800" b="0" i="1" dirty="0">
                <a:solidFill>
                  <a:srgbClr val="FF0000"/>
                </a:solidFill>
                <a:sym typeface="Wingdings" pitchFamily="2" charset="2"/>
              </a:rPr>
              <a:t> Make cells for all your components</a:t>
            </a:r>
            <a:endParaRPr sz="2500" b="0" i="1" dirty="0">
              <a:solidFill>
                <a:srgbClr val="FF0000"/>
              </a:solidFill>
              <a:latin typeface="+mj-lt"/>
              <a:cs typeface="Lucida Sans"/>
            </a:endParaRPr>
          </a:p>
        </p:txBody>
      </p:sp>
      <p:pic>
        <p:nvPicPr>
          <p:cNvPr id="83" name="Gráfico 82">
            <a:extLst>
              <a:ext uri="{FF2B5EF4-FFF2-40B4-BE49-F238E27FC236}">
                <a16:creationId xmlns:a16="http://schemas.microsoft.com/office/drawing/2014/main" id="{58D6548D-57D7-6DCE-773D-F871E8AE440B}"/>
              </a:ext>
            </a:extLst>
          </p:cNvPr>
          <p:cNvPicPr>
            <a:picLocks noChangeAspect="1"/>
          </p:cNvPicPr>
          <p:nvPr/>
        </p:nvPicPr>
        <p:blipFill>
          <a:blip>
            <a:extLst>
              <a:ext uri="{96DAC541-7B7A-43D3-8B79-37D633B846F1}">
                <asvg:svgBlip xmlns:asvg="http://schemas.microsoft.com/office/drawing/2016/SVG/main" r:embed="rId3"/>
              </a:ext>
            </a:extLst>
          </a:blip>
          <a:stretch>
            <a:fillRect/>
          </a:stretch>
        </p:blipFill>
        <p:spPr>
          <a:xfrm>
            <a:off x="5045006" y="6356057"/>
            <a:ext cx="6409575" cy="363174"/>
          </a:xfrm>
          <a:prstGeom prst="rect">
            <a:avLst/>
          </a:prstGeom>
        </p:spPr>
      </p:pic>
      <p:sp>
        <p:nvSpPr>
          <p:cNvPr id="84" name="Marcador de número de diapositiva 83">
            <a:extLst>
              <a:ext uri="{FF2B5EF4-FFF2-40B4-BE49-F238E27FC236}">
                <a16:creationId xmlns:a16="http://schemas.microsoft.com/office/drawing/2014/main" id="{F8A4F527-4B76-19AD-3012-C9B7CB1B7F3B}"/>
              </a:ext>
            </a:extLst>
          </p:cNvPr>
          <p:cNvSpPr>
            <a:spLocks noGrp="1"/>
          </p:cNvSpPr>
          <p:nvPr>
            <p:ph type="sldNum" sz="quarter" idx="7"/>
          </p:nvPr>
        </p:nvSpPr>
        <p:spPr/>
        <p:txBody>
          <a:bodyPr/>
          <a:lstStyle/>
          <a:p>
            <a:fld id="{B6F15528-21DE-4FAA-801E-634DDDAF4B2B}" type="slidenum">
              <a:rPr lang="es-ES" smtClean="0"/>
              <a:t>12</a:t>
            </a:fld>
            <a:endParaRPr lang="es-ES"/>
          </a:p>
        </p:txBody>
      </p:sp>
      <p:sp>
        <p:nvSpPr>
          <p:cNvPr id="3" name="Marcador de pie de página 2">
            <a:extLst>
              <a:ext uri="{FF2B5EF4-FFF2-40B4-BE49-F238E27FC236}">
                <a16:creationId xmlns:a16="http://schemas.microsoft.com/office/drawing/2014/main" id="{4A20571D-993F-778A-B320-3BC1B60D04F8}"/>
              </a:ext>
            </a:extLst>
          </p:cNvPr>
          <p:cNvSpPr>
            <a:spLocks noGrp="1"/>
          </p:cNvSpPr>
          <p:nvPr>
            <p:ph type="ftr" sz="quarter" idx="5"/>
          </p:nvPr>
        </p:nvSpPr>
        <p:spPr/>
        <p:txBody>
          <a:bodyPr/>
          <a:lstStyle/>
          <a:p>
            <a:pPr marL="12700">
              <a:spcBef>
                <a:spcPts val="15"/>
              </a:spcBef>
            </a:pPr>
            <a:r>
              <a:rPr lang="es-ES" spc="-5"/>
              <a:t>LAB 4.0. LAYOUT</a:t>
            </a:r>
            <a:endParaRPr lang="es-ES" spc="-5" dirty="0"/>
          </a:p>
        </p:txBody>
      </p:sp>
      <p:sp>
        <p:nvSpPr>
          <p:cNvPr id="6" name="Rectángulo 5">
            <a:extLst>
              <a:ext uri="{FF2B5EF4-FFF2-40B4-BE49-F238E27FC236}">
                <a16:creationId xmlns:a16="http://schemas.microsoft.com/office/drawing/2014/main" id="{317A99C1-678C-A10F-C352-0C61E10330D4}"/>
              </a:ext>
            </a:extLst>
          </p:cNvPr>
          <p:cNvSpPr/>
          <p:nvPr/>
        </p:nvSpPr>
        <p:spPr>
          <a:xfrm>
            <a:off x="609441" y="1418373"/>
            <a:ext cx="5332571" cy="4751794"/>
          </a:xfrm>
          <a:prstGeom prst="rect">
            <a:avLst/>
          </a:prstGeom>
          <a:noFill/>
          <a:ln w="28575">
            <a:solidFill>
              <a:srgbClr val="E0700D"/>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7" name="CuadroTexto 6">
            <a:extLst>
              <a:ext uri="{FF2B5EF4-FFF2-40B4-BE49-F238E27FC236}">
                <a16:creationId xmlns:a16="http://schemas.microsoft.com/office/drawing/2014/main" id="{2EF6491B-A231-5119-487C-5B13C2DFE0D5}"/>
              </a:ext>
            </a:extLst>
          </p:cNvPr>
          <p:cNvSpPr txBox="1"/>
          <p:nvPr/>
        </p:nvSpPr>
        <p:spPr>
          <a:xfrm>
            <a:off x="2063316" y="2494306"/>
            <a:ext cx="2424831" cy="646331"/>
          </a:xfrm>
          <a:prstGeom prst="rect">
            <a:avLst/>
          </a:prstGeom>
          <a:noFill/>
        </p:spPr>
        <p:txBody>
          <a:bodyPr wrap="none" rtlCol="0">
            <a:spAutoFit/>
          </a:bodyPr>
          <a:lstStyle/>
          <a:p>
            <a:pPr algn="ctr"/>
            <a:r>
              <a:rPr lang="en-US" dirty="0"/>
              <a:t>Component as cell code</a:t>
            </a:r>
          </a:p>
          <a:p>
            <a:pPr algn="ctr"/>
            <a:endParaRPr lang="en-US" dirty="0"/>
          </a:p>
        </p:txBody>
      </p:sp>
      <p:sp>
        <p:nvSpPr>
          <p:cNvPr id="8" name="Rectángulo 7">
            <a:extLst>
              <a:ext uri="{FF2B5EF4-FFF2-40B4-BE49-F238E27FC236}">
                <a16:creationId xmlns:a16="http://schemas.microsoft.com/office/drawing/2014/main" id="{5C3A0C8A-4088-D746-93FF-624CA227ACE3}"/>
              </a:ext>
            </a:extLst>
          </p:cNvPr>
          <p:cNvSpPr/>
          <p:nvPr/>
        </p:nvSpPr>
        <p:spPr>
          <a:xfrm>
            <a:off x="6476841" y="1420406"/>
            <a:ext cx="5332571" cy="4751794"/>
          </a:xfrm>
          <a:prstGeom prst="rect">
            <a:avLst/>
          </a:prstGeom>
          <a:noFill/>
          <a:ln w="28575">
            <a:solidFill>
              <a:srgbClr val="E0700D"/>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9" name="CuadroTexto 8">
            <a:extLst>
              <a:ext uri="{FF2B5EF4-FFF2-40B4-BE49-F238E27FC236}">
                <a16:creationId xmlns:a16="http://schemas.microsoft.com/office/drawing/2014/main" id="{D556E6CB-9006-6189-A7FE-121DA84E2452}"/>
              </a:ext>
            </a:extLst>
          </p:cNvPr>
          <p:cNvSpPr txBox="1"/>
          <p:nvPr/>
        </p:nvSpPr>
        <p:spPr>
          <a:xfrm>
            <a:off x="7644330" y="2496339"/>
            <a:ext cx="2997616" cy="369332"/>
          </a:xfrm>
          <a:prstGeom prst="rect">
            <a:avLst/>
          </a:prstGeom>
          <a:noFill/>
        </p:spPr>
        <p:txBody>
          <a:bodyPr wrap="none" rtlCol="0">
            <a:spAutoFit/>
          </a:bodyPr>
          <a:lstStyle/>
          <a:p>
            <a:pPr algn="ctr"/>
            <a:r>
              <a:rPr lang="es-ES" dirty="0" err="1"/>
              <a:t>Component</a:t>
            </a:r>
            <a:r>
              <a:rPr lang="es-ES" dirty="0"/>
              <a:t> as </a:t>
            </a:r>
            <a:r>
              <a:rPr lang="es-ES" dirty="0" err="1"/>
              <a:t>cell</a:t>
            </a:r>
            <a:r>
              <a:rPr lang="es-ES" dirty="0"/>
              <a:t> </a:t>
            </a:r>
            <a:r>
              <a:rPr lang="es-ES" dirty="0" err="1"/>
              <a:t>screenshot</a:t>
            </a:r>
            <a:endParaRPr lang="en-US" dirty="0"/>
          </a:p>
        </p:txBody>
      </p:sp>
      <p:pic>
        <p:nvPicPr>
          <p:cNvPr id="4" name="Imagen 3">
            <a:extLst>
              <a:ext uri="{FF2B5EF4-FFF2-40B4-BE49-F238E27FC236}">
                <a16:creationId xmlns:a16="http://schemas.microsoft.com/office/drawing/2014/main" id="{D9489C23-EDD7-B7E2-CFE5-67DC29868BFF}"/>
              </a:ext>
            </a:extLst>
          </p:cNvPr>
          <p:cNvPicPr>
            <a:picLocks noChangeAspect="1"/>
          </p:cNvPicPr>
          <p:nvPr/>
        </p:nvPicPr>
        <p:blipFill>
          <a:blip r:embed="rId4"/>
          <a:stretch>
            <a:fillRect/>
          </a:stretch>
        </p:blipFill>
        <p:spPr>
          <a:xfrm>
            <a:off x="640665" y="2384924"/>
            <a:ext cx="5270121" cy="2585459"/>
          </a:xfrm>
          <a:prstGeom prst="rect">
            <a:avLst/>
          </a:prstGeom>
        </p:spPr>
      </p:pic>
      <p:pic>
        <p:nvPicPr>
          <p:cNvPr id="10" name="Imagen 9">
            <a:extLst>
              <a:ext uri="{FF2B5EF4-FFF2-40B4-BE49-F238E27FC236}">
                <a16:creationId xmlns:a16="http://schemas.microsoft.com/office/drawing/2014/main" id="{F7981109-700B-CE51-7B31-8A0DA959A769}"/>
              </a:ext>
            </a:extLst>
          </p:cNvPr>
          <p:cNvPicPr>
            <a:picLocks noChangeAspect="1"/>
          </p:cNvPicPr>
          <p:nvPr/>
        </p:nvPicPr>
        <p:blipFill>
          <a:blip r:embed="rId5"/>
          <a:stretch>
            <a:fillRect/>
          </a:stretch>
        </p:blipFill>
        <p:spPr>
          <a:xfrm>
            <a:off x="6937798" y="2133600"/>
            <a:ext cx="4516783" cy="3409728"/>
          </a:xfrm>
          <a:prstGeom prst="rect">
            <a:avLst/>
          </a:prstGeom>
        </p:spPr>
      </p:pic>
    </p:spTree>
    <p:extLst>
      <p:ext uri="{BB962C8B-B14F-4D97-AF65-F5344CB8AC3E}">
        <p14:creationId xmlns:p14="http://schemas.microsoft.com/office/powerpoint/2010/main" val="3520728770"/>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4DC463A-FEB0-DAC2-C592-982AED782F72}"/>
            </a:ext>
          </a:extLst>
        </p:cNvPr>
        <p:cNvGrpSpPr/>
        <p:nvPr/>
      </p:nvGrpSpPr>
      <p:grpSpPr>
        <a:xfrm>
          <a:off x="0" y="0"/>
          <a:ext cx="0" cy="0"/>
          <a:chOff x="0" y="0"/>
          <a:chExt cx="0" cy="0"/>
        </a:xfrm>
      </p:grpSpPr>
      <p:sp>
        <p:nvSpPr>
          <p:cNvPr id="16" name="object 16">
            <a:extLst>
              <a:ext uri="{FF2B5EF4-FFF2-40B4-BE49-F238E27FC236}">
                <a16:creationId xmlns:a16="http://schemas.microsoft.com/office/drawing/2014/main" id="{6D9825A0-3864-7B82-F4C0-6912BF1AE353}"/>
              </a:ext>
            </a:extLst>
          </p:cNvPr>
          <p:cNvSpPr txBox="1">
            <a:spLocks noGrp="1"/>
          </p:cNvSpPr>
          <p:nvPr>
            <p:ph type="title"/>
          </p:nvPr>
        </p:nvSpPr>
        <p:spPr>
          <a:xfrm>
            <a:off x="685800" y="408883"/>
            <a:ext cx="10994410" cy="397545"/>
          </a:xfrm>
          <a:prstGeom prst="rect">
            <a:avLst/>
          </a:prstGeom>
        </p:spPr>
        <p:txBody>
          <a:bodyPr vert="horz" wrap="square" lIns="0" tIns="12700" rIns="0" bIns="0" rtlCol="0">
            <a:spAutoFit/>
          </a:bodyPr>
          <a:lstStyle/>
          <a:p>
            <a:pPr marL="12700" algn="l">
              <a:lnSpc>
                <a:spcPct val="100000"/>
              </a:lnSpc>
              <a:spcBef>
                <a:spcPts val="100"/>
              </a:spcBef>
            </a:pPr>
            <a:r>
              <a:rPr lang="en-US" sz="2500" dirty="0"/>
              <a:t>Learning outcome #3 – Notebook section 3. Complete layout</a:t>
            </a:r>
            <a:endParaRPr sz="2500" b="0" i="1" dirty="0">
              <a:latin typeface="+mj-lt"/>
              <a:cs typeface="Lucida Sans"/>
            </a:endParaRPr>
          </a:p>
        </p:txBody>
      </p:sp>
      <p:pic>
        <p:nvPicPr>
          <p:cNvPr id="83" name="Gráfico 82">
            <a:extLst>
              <a:ext uri="{FF2B5EF4-FFF2-40B4-BE49-F238E27FC236}">
                <a16:creationId xmlns:a16="http://schemas.microsoft.com/office/drawing/2014/main" id="{0DEB6AD1-A7A1-CBBC-33E2-C1A03F2E3EC4}"/>
              </a:ext>
            </a:extLst>
          </p:cNvPr>
          <p:cNvPicPr>
            <a:picLocks noChangeAspect="1"/>
          </p:cNvPicPr>
          <p:nvPr/>
        </p:nvPicPr>
        <p:blipFill>
          <a:blip>
            <a:extLst>
              <a:ext uri="{96DAC541-7B7A-43D3-8B79-37D633B846F1}">
                <asvg:svgBlip xmlns:asvg="http://schemas.microsoft.com/office/drawing/2016/SVG/main" r:embed="rId3"/>
              </a:ext>
            </a:extLst>
          </a:blip>
          <a:stretch>
            <a:fillRect/>
          </a:stretch>
        </p:blipFill>
        <p:spPr>
          <a:xfrm>
            <a:off x="5045006" y="6356057"/>
            <a:ext cx="6409575" cy="363174"/>
          </a:xfrm>
          <a:prstGeom prst="rect">
            <a:avLst/>
          </a:prstGeom>
        </p:spPr>
      </p:pic>
      <p:sp>
        <p:nvSpPr>
          <p:cNvPr id="84" name="Marcador de número de diapositiva 83">
            <a:extLst>
              <a:ext uri="{FF2B5EF4-FFF2-40B4-BE49-F238E27FC236}">
                <a16:creationId xmlns:a16="http://schemas.microsoft.com/office/drawing/2014/main" id="{00F7002D-478B-4959-3169-5E518898EBC4}"/>
              </a:ext>
            </a:extLst>
          </p:cNvPr>
          <p:cNvSpPr>
            <a:spLocks noGrp="1"/>
          </p:cNvSpPr>
          <p:nvPr>
            <p:ph type="sldNum" sz="quarter" idx="7"/>
          </p:nvPr>
        </p:nvSpPr>
        <p:spPr/>
        <p:txBody>
          <a:bodyPr/>
          <a:lstStyle/>
          <a:p>
            <a:fld id="{B6F15528-21DE-4FAA-801E-634DDDAF4B2B}" type="slidenum">
              <a:rPr lang="es-ES" smtClean="0"/>
              <a:t>13</a:t>
            </a:fld>
            <a:endParaRPr lang="es-ES"/>
          </a:p>
        </p:txBody>
      </p:sp>
      <p:sp>
        <p:nvSpPr>
          <p:cNvPr id="3" name="Marcador de pie de página 2">
            <a:extLst>
              <a:ext uri="{FF2B5EF4-FFF2-40B4-BE49-F238E27FC236}">
                <a16:creationId xmlns:a16="http://schemas.microsoft.com/office/drawing/2014/main" id="{C305F97E-3B7E-8203-F806-FFA5E41962D7}"/>
              </a:ext>
            </a:extLst>
          </p:cNvPr>
          <p:cNvSpPr>
            <a:spLocks noGrp="1"/>
          </p:cNvSpPr>
          <p:nvPr>
            <p:ph type="ftr" sz="quarter" idx="5"/>
          </p:nvPr>
        </p:nvSpPr>
        <p:spPr/>
        <p:txBody>
          <a:bodyPr/>
          <a:lstStyle/>
          <a:p>
            <a:pPr marL="12700">
              <a:spcBef>
                <a:spcPts val="15"/>
              </a:spcBef>
            </a:pPr>
            <a:r>
              <a:rPr lang="es-ES" spc="-5"/>
              <a:t>LAB 4.0. LAYOUT</a:t>
            </a:r>
            <a:endParaRPr lang="es-ES" spc="-5" dirty="0"/>
          </a:p>
        </p:txBody>
      </p:sp>
      <p:sp>
        <p:nvSpPr>
          <p:cNvPr id="2" name="CuadroTexto 1">
            <a:extLst>
              <a:ext uri="{FF2B5EF4-FFF2-40B4-BE49-F238E27FC236}">
                <a16:creationId xmlns:a16="http://schemas.microsoft.com/office/drawing/2014/main" id="{58187553-D412-F56C-DD26-11B2C97C2B31}"/>
              </a:ext>
            </a:extLst>
          </p:cNvPr>
          <p:cNvSpPr txBox="1"/>
          <p:nvPr/>
        </p:nvSpPr>
        <p:spPr>
          <a:xfrm>
            <a:off x="685800" y="990600"/>
            <a:ext cx="5410200" cy="5181600"/>
          </a:xfrm>
          <a:prstGeom prst="rect">
            <a:avLst/>
          </a:prstGeom>
          <a:solidFill>
            <a:schemeClr val="bg1">
              <a:lumMod val="95000"/>
            </a:schemeClr>
          </a:solidFill>
          <a:ln w="28575">
            <a:solidFill>
              <a:srgbClr val="E0700D"/>
            </a:solidFill>
          </a:ln>
        </p:spPr>
        <p:txBody>
          <a:bodyPr wrap="square" rtlCol="0">
            <a:noAutofit/>
          </a:bodyPr>
          <a:lstStyle/>
          <a:p>
            <a:pPr algn="just"/>
            <a:r>
              <a:rPr lang="en-US" sz="1200" dirty="0">
                <a:latin typeface="Arial" panose="020B0604020202020204" pitchFamily="34" charset="0"/>
                <a:cs typeface="Arial" panose="020B0604020202020204" pitchFamily="34" charset="0"/>
              </a:rPr>
              <a:t>Read and describe 4 code blocks in section 3</a:t>
            </a:r>
          </a:p>
          <a:p>
            <a:pPr algn="just"/>
            <a:endParaRPr lang="en-US" sz="1200" dirty="0">
              <a:latin typeface="Arial" panose="020B0604020202020204" pitchFamily="34" charset="0"/>
              <a:cs typeface="Arial" panose="020B0604020202020204" pitchFamily="34" charset="0"/>
            </a:endParaRPr>
          </a:p>
          <a:p>
            <a:pPr algn="just"/>
            <a:r>
              <a:rPr lang="en-US" sz="1200" dirty="0">
                <a:latin typeface="Arial" panose="020B0604020202020204" pitchFamily="34" charset="0"/>
                <a:cs typeface="Arial" panose="020B0604020202020204" pitchFamily="34" charset="0"/>
              </a:rPr>
              <a:t>Python code block 1: </a:t>
            </a:r>
            <a:r>
              <a:rPr lang="es-ES" sz="1200" dirty="0">
                <a:latin typeface="Arial" panose="020B0604020202020204" pitchFamily="34" charset="0"/>
                <a:cs typeface="Arial" panose="020B0604020202020204" pitchFamily="34" charset="0"/>
              </a:rPr>
              <a:t>Este bloque genera el contorno del chip mediante un rectángulo exterior y un rectángulo interior desplazado, formando un marco perimetral que define el área útil del diseño. Sirve como referencia geométrica para posicionar los distintos dispositivos fotónicos dentro del die y garantizar que respetan los márgenes de diseño y fabricación.</a:t>
            </a:r>
          </a:p>
          <a:p>
            <a:pPr algn="just"/>
            <a:endParaRPr lang="en-US" sz="1200" dirty="0">
              <a:latin typeface="Arial" panose="020B0604020202020204" pitchFamily="34" charset="0"/>
              <a:cs typeface="Arial" panose="020B0604020202020204" pitchFamily="34" charset="0"/>
            </a:endParaRPr>
          </a:p>
          <a:p>
            <a:pPr algn="just"/>
            <a:endParaRPr lang="en-US" sz="1200" dirty="0">
              <a:latin typeface="Arial" panose="020B0604020202020204" pitchFamily="34" charset="0"/>
              <a:cs typeface="Arial" panose="020B0604020202020204" pitchFamily="34" charset="0"/>
            </a:endParaRPr>
          </a:p>
          <a:p>
            <a:pPr algn="just"/>
            <a:r>
              <a:rPr lang="en-US" sz="1200" dirty="0">
                <a:latin typeface="Arial" panose="020B0604020202020204" pitchFamily="34" charset="0"/>
                <a:cs typeface="Arial" panose="020B0604020202020204" pitchFamily="34" charset="0"/>
              </a:rPr>
              <a:t>Python code block 2: </a:t>
            </a:r>
            <a:r>
              <a:rPr lang="es-ES" sz="1200" dirty="0">
                <a:latin typeface="Arial" panose="020B0604020202020204" pitchFamily="34" charset="0"/>
                <a:cs typeface="Arial" panose="020B0604020202020204" pitchFamily="34" charset="0"/>
              </a:rPr>
              <a:t>En este bloque se instancia un acoplador MMI 1×2 y se posiciona dentro del die. A continuación, se añaden guías de onda rectas y se enrutan mediante curvas tipo S‑</a:t>
            </a:r>
            <a:r>
              <a:rPr lang="es-ES" sz="1200" dirty="0" err="1">
                <a:latin typeface="Arial" panose="020B0604020202020204" pitchFamily="34" charset="0"/>
                <a:cs typeface="Arial" panose="020B0604020202020204" pitchFamily="34" charset="0"/>
              </a:rPr>
              <a:t>bend</a:t>
            </a:r>
            <a:r>
              <a:rPr lang="es-ES" sz="1200" dirty="0">
                <a:latin typeface="Arial" panose="020B0604020202020204" pitchFamily="34" charset="0"/>
                <a:cs typeface="Arial" panose="020B0604020202020204" pitchFamily="34" charset="0"/>
              </a:rPr>
              <a:t> hacia los bordes del chip. Este módulo permite verificar la conectividad básica del MMI y su integración con las guías de entrada y salida del diseño.</a:t>
            </a:r>
            <a:endParaRPr lang="en-US" sz="1200" dirty="0">
              <a:latin typeface="Arial" panose="020B0604020202020204" pitchFamily="34" charset="0"/>
              <a:cs typeface="Arial" panose="020B0604020202020204" pitchFamily="34" charset="0"/>
            </a:endParaRPr>
          </a:p>
          <a:p>
            <a:pPr algn="just"/>
            <a:endParaRPr lang="en-US" sz="1200" dirty="0">
              <a:latin typeface="Arial" panose="020B0604020202020204" pitchFamily="34" charset="0"/>
              <a:cs typeface="Arial" panose="020B0604020202020204" pitchFamily="34" charset="0"/>
            </a:endParaRPr>
          </a:p>
          <a:p>
            <a:pPr algn="just"/>
            <a:r>
              <a:rPr lang="en-US" sz="1200" dirty="0">
                <a:latin typeface="Arial" panose="020B0604020202020204" pitchFamily="34" charset="0"/>
                <a:cs typeface="Arial" panose="020B0604020202020204" pitchFamily="34" charset="0"/>
              </a:rPr>
              <a:t>Python code block 3: </a:t>
            </a:r>
            <a:r>
              <a:rPr lang="es-ES" sz="1200" dirty="0">
                <a:latin typeface="Arial" panose="020B0604020202020204" pitchFamily="34" charset="0"/>
                <a:cs typeface="Arial" panose="020B0604020202020204" pitchFamily="34" charset="0"/>
              </a:rPr>
              <a:t>Este bloque define una celda jerárquica que combina tres MMI 1×2 para obtener una estructura de división 1×4. Los MMI secundarios se colocan simétricamente respecto al MMI principal y se conectan mediante S‑</a:t>
            </a:r>
            <a:r>
              <a:rPr lang="es-ES" sz="1200" dirty="0" err="1">
                <a:latin typeface="Arial" panose="020B0604020202020204" pitchFamily="34" charset="0"/>
                <a:cs typeface="Arial" panose="020B0604020202020204" pitchFamily="34" charset="0"/>
              </a:rPr>
              <a:t>bends</a:t>
            </a:r>
            <a:r>
              <a:rPr lang="es-ES" sz="1200" dirty="0">
                <a:latin typeface="Arial" panose="020B0604020202020204" pitchFamily="34" charset="0"/>
                <a:cs typeface="Arial" panose="020B0604020202020204" pitchFamily="34" charset="0"/>
              </a:rPr>
              <a:t>. El componente resultante proporciona cuatro salidas equiespaciadas y sirve como módulo de distribución óptica dentro del chip.</a:t>
            </a:r>
          </a:p>
          <a:p>
            <a:pPr algn="just"/>
            <a:endParaRPr lang="en-US" sz="1200" dirty="0">
              <a:latin typeface="Arial" panose="020B0604020202020204" pitchFamily="34" charset="0"/>
              <a:cs typeface="Arial" panose="020B0604020202020204" pitchFamily="34" charset="0"/>
            </a:endParaRPr>
          </a:p>
          <a:p>
            <a:pPr algn="just"/>
            <a:r>
              <a:rPr lang="en-US" sz="1200" dirty="0">
                <a:latin typeface="Arial" panose="020B0604020202020204" pitchFamily="34" charset="0"/>
                <a:cs typeface="Arial" panose="020B0604020202020204" pitchFamily="34" charset="0"/>
              </a:rPr>
              <a:t>Python code block 4: </a:t>
            </a:r>
            <a:r>
              <a:rPr lang="es-ES" sz="1200" dirty="0">
                <a:latin typeface="Arial" panose="020B0604020202020204" pitchFamily="34" charset="0"/>
                <a:cs typeface="Arial" panose="020B0604020202020204" pitchFamily="34" charset="0"/>
              </a:rPr>
              <a:t>En este bloque se generan dos arrays de guías de onda rectas (entrada y salida), espaciadas uniformemente. El árbol MMI 1×4 se posiciona entre ambos arrays y se conectan sus puertos mediante S‑</a:t>
            </a:r>
            <a:r>
              <a:rPr lang="es-ES" sz="1200" dirty="0" err="1">
                <a:latin typeface="Arial" panose="020B0604020202020204" pitchFamily="34" charset="0"/>
                <a:cs typeface="Arial" panose="020B0604020202020204" pitchFamily="34" charset="0"/>
              </a:rPr>
              <a:t>bends</a:t>
            </a:r>
            <a:r>
              <a:rPr lang="es-ES" sz="1200" dirty="0">
                <a:latin typeface="Arial" panose="020B0604020202020204" pitchFamily="34" charset="0"/>
                <a:cs typeface="Arial" panose="020B0604020202020204" pitchFamily="34" charset="0"/>
              </a:rPr>
              <a:t>. Este módulo permite integrar el divisor 1×4 con líneas de entrada/salida ordenadas, facilitando la conexión con </a:t>
            </a:r>
            <a:r>
              <a:rPr lang="es-ES" sz="1200" dirty="0" err="1">
                <a:latin typeface="Arial" panose="020B0604020202020204" pitchFamily="34" charset="0"/>
                <a:cs typeface="Arial" panose="020B0604020202020204" pitchFamily="34" charset="0"/>
              </a:rPr>
              <a:t>pads</a:t>
            </a:r>
            <a:r>
              <a:rPr lang="es-ES" sz="1200" dirty="0">
                <a:latin typeface="Arial" panose="020B0604020202020204" pitchFamily="34" charset="0"/>
                <a:cs typeface="Arial" panose="020B0604020202020204" pitchFamily="34" charset="0"/>
              </a:rPr>
              <a:t> ópticos o estructuras externas.</a:t>
            </a:r>
            <a:endParaRPr lang="en-US" sz="1200" dirty="0">
              <a:latin typeface="Arial" panose="020B0604020202020204" pitchFamily="34" charset="0"/>
              <a:cs typeface="Arial" panose="020B0604020202020204" pitchFamily="34" charset="0"/>
            </a:endParaRPr>
          </a:p>
          <a:p>
            <a:pPr algn="just"/>
            <a:endParaRPr lang="en-US" sz="1200" dirty="0">
              <a:latin typeface="Arial" panose="020B0604020202020204" pitchFamily="34" charset="0"/>
              <a:cs typeface="Arial" panose="020B0604020202020204" pitchFamily="34" charset="0"/>
            </a:endParaRPr>
          </a:p>
        </p:txBody>
      </p:sp>
      <p:sp>
        <p:nvSpPr>
          <p:cNvPr id="8" name="Rectángulo 7">
            <a:extLst>
              <a:ext uri="{FF2B5EF4-FFF2-40B4-BE49-F238E27FC236}">
                <a16:creationId xmlns:a16="http://schemas.microsoft.com/office/drawing/2014/main" id="{F4B67F4D-126C-4796-4E73-E68F0F3CB6B3}"/>
              </a:ext>
            </a:extLst>
          </p:cNvPr>
          <p:cNvSpPr/>
          <p:nvPr/>
        </p:nvSpPr>
        <p:spPr>
          <a:xfrm>
            <a:off x="6248400" y="990285"/>
            <a:ext cx="5638799" cy="5181600"/>
          </a:xfrm>
          <a:prstGeom prst="rect">
            <a:avLst/>
          </a:prstGeom>
          <a:noFill/>
          <a:ln w="28575">
            <a:solidFill>
              <a:srgbClr val="E0700D"/>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5" name="Imagen 4">
            <a:extLst>
              <a:ext uri="{FF2B5EF4-FFF2-40B4-BE49-F238E27FC236}">
                <a16:creationId xmlns:a16="http://schemas.microsoft.com/office/drawing/2014/main" id="{DE707EF7-DBD7-70E8-69E0-ED8624B84D06}"/>
              </a:ext>
            </a:extLst>
          </p:cNvPr>
          <p:cNvPicPr>
            <a:picLocks noChangeAspect="1"/>
          </p:cNvPicPr>
          <p:nvPr/>
        </p:nvPicPr>
        <p:blipFill>
          <a:blip r:embed="rId4"/>
          <a:stretch>
            <a:fillRect/>
          </a:stretch>
        </p:blipFill>
        <p:spPr>
          <a:xfrm>
            <a:off x="6637176" y="1591182"/>
            <a:ext cx="4869024" cy="3675635"/>
          </a:xfrm>
          <a:prstGeom prst="rect">
            <a:avLst/>
          </a:prstGeom>
        </p:spPr>
      </p:pic>
    </p:spTree>
    <p:extLst>
      <p:ext uri="{BB962C8B-B14F-4D97-AF65-F5344CB8AC3E}">
        <p14:creationId xmlns:p14="http://schemas.microsoft.com/office/powerpoint/2010/main" val="3190811588"/>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05A8C2B-5243-7B2E-2D54-DBBC40A0B584}"/>
            </a:ext>
          </a:extLst>
        </p:cNvPr>
        <p:cNvGrpSpPr/>
        <p:nvPr/>
      </p:nvGrpSpPr>
      <p:grpSpPr>
        <a:xfrm>
          <a:off x="0" y="0"/>
          <a:ext cx="0" cy="0"/>
          <a:chOff x="0" y="0"/>
          <a:chExt cx="0" cy="0"/>
        </a:xfrm>
      </p:grpSpPr>
      <p:sp>
        <p:nvSpPr>
          <p:cNvPr id="16" name="object 16">
            <a:extLst>
              <a:ext uri="{FF2B5EF4-FFF2-40B4-BE49-F238E27FC236}">
                <a16:creationId xmlns:a16="http://schemas.microsoft.com/office/drawing/2014/main" id="{54D8FCBD-0293-E16B-B31E-DA01402AEE3D}"/>
              </a:ext>
            </a:extLst>
          </p:cNvPr>
          <p:cNvSpPr txBox="1">
            <a:spLocks noGrp="1"/>
          </p:cNvSpPr>
          <p:nvPr>
            <p:ph type="title"/>
          </p:nvPr>
        </p:nvSpPr>
        <p:spPr>
          <a:xfrm>
            <a:off x="685800" y="408883"/>
            <a:ext cx="10994410" cy="397545"/>
          </a:xfrm>
          <a:prstGeom prst="rect">
            <a:avLst/>
          </a:prstGeom>
        </p:spPr>
        <p:txBody>
          <a:bodyPr vert="horz" wrap="square" lIns="0" tIns="12700" rIns="0" bIns="0" rtlCol="0">
            <a:spAutoFit/>
          </a:bodyPr>
          <a:lstStyle/>
          <a:p>
            <a:pPr marL="12700" algn="l">
              <a:lnSpc>
                <a:spcPct val="100000"/>
              </a:lnSpc>
              <a:spcBef>
                <a:spcPts val="100"/>
              </a:spcBef>
            </a:pPr>
            <a:r>
              <a:rPr lang="en-US" sz="2500" dirty="0"/>
              <a:t>Learning outcome #3 – Notebook section 3. Complete layout</a:t>
            </a:r>
            <a:endParaRPr sz="2500" b="0" i="1" dirty="0">
              <a:latin typeface="+mj-lt"/>
              <a:cs typeface="Lucida Sans"/>
            </a:endParaRPr>
          </a:p>
        </p:txBody>
      </p:sp>
      <p:pic>
        <p:nvPicPr>
          <p:cNvPr id="83" name="Gráfico 82">
            <a:extLst>
              <a:ext uri="{FF2B5EF4-FFF2-40B4-BE49-F238E27FC236}">
                <a16:creationId xmlns:a16="http://schemas.microsoft.com/office/drawing/2014/main" id="{8881E10B-CA8D-3882-FB41-B2C5A1A01484}"/>
              </a:ext>
            </a:extLst>
          </p:cNvPr>
          <p:cNvPicPr>
            <a:picLocks noChangeAspect="1"/>
          </p:cNvPicPr>
          <p:nvPr/>
        </p:nvPicPr>
        <p:blipFill>
          <a:blip>
            <a:extLst>
              <a:ext uri="{96DAC541-7B7A-43D3-8B79-37D633B846F1}">
                <asvg:svgBlip xmlns:asvg="http://schemas.microsoft.com/office/drawing/2016/SVG/main" r:embed="rId3"/>
              </a:ext>
            </a:extLst>
          </a:blip>
          <a:stretch>
            <a:fillRect/>
          </a:stretch>
        </p:blipFill>
        <p:spPr>
          <a:xfrm>
            <a:off x="5045006" y="6356057"/>
            <a:ext cx="6409575" cy="363174"/>
          </a:xfrm>
          <a:prstGeom prst="rect">
            <a:avLst/>
          </a:prstGeom>
        </p:spPr>
      </p:pic>
      <p:sp>
        <p:nvSpPr>
          <p:cNvPr id="84" name="Marcador de número de diapositiva 83">
            <a:extLst>
              <a:ext uri="{FF2B5EF4-FFF2-40B4-BE49-F238E27FC236}">
                <a16:creationId xmlns:a16="http://schemas.microsoft.com/office/drawing/2014/main" id="{2AE597C8-60B3-DBEA-69F1-47FFCDEFDAAE}"/>
              </a:ext>
            </a:extLst>
          </p:cNvPr>
          <p:cNvSpPr>
            <a:spLocks noGrp="1"/>
          </p:cNvSpPr>
          <p:nvPr>
            <p:ph type="sldNum" sz="quarter" idx="7"/>
          </p:nvPr>
        </p:nvSpPr>
        <p:spPr/>
        <p:txBody>
          <a:bodyPr/>
          <a:lstStyle/>
          <a:p>
            <a:fld id="{B6F15528-21DE-4FAA-801E-634DDDAF4B2B}" type="slidenum">
              <a:rPr lang="es-ES" smtClean="0"/>
              <a:t>14</a:t>
            </a:fld>
            <a:endParaRPr lang="es-ES"/>
          </a:p>
        </p:txBody>
      </p:sp>
      <p:sp>
        <p:nvSpPr>
          <p:cNvPr id="3" name="Marcador de pie de página 2">
            <a:extLst>
              <a:ext uri="{FF2B5EF4-FFF2-40B4-BE49-F238E27FC236}">
                <a16:creationId xmlns:a16="http://schemas.microsoft.com/office/drawing/2014/main" id="{B51BD1B0-2DCE-7507-0F3D-EC23181F61AF}"/>
              </a:ext>
            </a:extLst>
          </p:cNvPr>
          <p:cNvSpPr>
            <a:spLocks noGrp="1"/>
          </p:cNvSpPr>
          <p:nvPr>
            <p:ph type="ftr" sz="quarter" idx="5"/>
          </p:nvPr>
        </p:nvSpPr>
        <p:spPr/>
        <p:txBody>
          <a:bodyPr/>
          <a:lstStyle/>
          <a:p>
            <a:pPr marL="12700">
              <a:spcBef>
                <a:spcPts val="15"/>
              </a:spcBef>
            </a:pPr>
            <a:r>
              <a:rPr lang="es-ES" spc="-5"/>
              <a:t>LAB 4.0. LAYOUT</a:t>
            </a:r>
            <a:endParaRPr lang="es-ES" spc="-5" dirty="0"/>
          </a:p>
        </p:txBody>
      </p:sp>
      <p:sp>
        <p:nvSpPr>
          <p:cNvPr id="8" name="Rectángulo 7">
            <a:extLst>
              <a:ext uri="{FF2B5EF4-FFF2-40B4-BE49-F238E27FC236}">
                <a16:creationId xmlns:a16="http://schemas.microsoft.com/office/drawing/2014/main" id="{ACA85319-C005-08B9-ECA5-1B0A46938A09}"/>
              </a:ext>
            </a:extLst>
          </p:cNvPr>
          <p:cNvSpPr/>
          <p:nvPr/>
        </p:nvSpPr>
        <p:spPr>
          <a:xfrm>
            <a:off x="685800" y="990285"/>
            <a:ext cx="11201399" cy="5181600"/>
          </a:xfrm>
          <a:prstGeom prst="rect">
            <a:avLst/>
          </a:prstGeom>
          <a:noFill/>
          <a:ln w="28575">
            <a:solidFill>
              <a:srgbClr val="E0700D"/>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7" name="Imagen 6">
            <a:extLst>
              <a:ext uri="{FF2B5EF4-FFF2-40B4-BE49-F238E27FC236}">
                <a16:creationId xmlns:a16="http://schemas.microsoft.com/office/drawing/2014/main" id="{973900EB-03B6-B24E-40C9-8580C96B3B04}"/>
              </a:ext>
            </a:extLst>
          </p:cNvPr>
          <p:cNvPicPr>
            <a:picLocks noChangeAspect="1"/>
          </p:cNvPicPr>
          <p:nvPr/>
        </p:nvPicPr>
        <p:blipFill>
          <a:blip r:embed="rId4"/>
          <a:stretch>
            <a:fillRect/>
          </a:stretch>
        </p:blipFill>
        <p:spPr>
          <a:xfrm>
            <a:off x="762000" y="1058943"/>
            <a:ext cx="5421005" cy="4092328"/>
          </a:xfrm>
          <a:prstGeom prst="rect">
            <a:avLst/>
          </a:prstGeom>
        </p:spPr>
      </p:pic>
      <p:pic>
        <p:nvPicPr>
          <p:cNvPr id="11" name="Imagen 10">
            <a:extLst>
              <a:ext uri="{FF2B5EF4-FFF2-40B4-BE49-F238E27FC236}">
                <a16:creationId xmlns:a16="http://schemas.microsoft.com/office/drawing/2014/main" id="{BF471D38-ECFC-91BA-1E51-6DA34DE53A0A}"/>
              </a:ext>
            </a:extLst>
          </p:cNvPr>
          <p:cNvPicPr>
            <a:picLocks noChangeAspect="1"/>
          </p:cNvPicPr>
          <p:nvPr/>
        </p:nvPicPr>
        <p:blipFill>
          <a:blip r:embed="rId5"/>
          <a:stretch>
            <a:fillRect/>
          </a:stretch>
        </p:blipFill>
        <p:spPr>
          <a:xfrm>
            <a:off x="6619571" y="1110180"/>
            <a:ext cx="5191429" cy="3919020"/>
          </a:xfrm>
          <a:prstGeom prst="rect">
            <a:avLst/>
          </a:prstGeom>
        </p:spPr>
      </p:pic>
    </p:spTree>
    <p:extLst>
      <p:ext uri="{BB962C8B-B14F-4D97-AF65-F5344CB8AC3E}">
        <p14:creationId xmlns:p14="http://schemas.microsoft.com/office/powerpoint/2010/main" val="3106597276"/>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F9787F0-CB2C-2FE5-5614-A0F16A628E7A}"/>
            </a:ext>
          </a:extLst>
        </p:cNvPr>
        <p:cNvGrpSpPr/>
        <p:nvPr/>
      </p:nvGrpSpPr>
      <p:grpSpPr>
        <a:xfrm>
          <a:off x="0" y="0"/>
          <a:ext cx="0" cy="0"/>
          <a:chOff x="0" y="0"/>
          <a:chExt cx="0" cy="0"/>
        </a:xfrm>
      </p:grpSpPr>
      <p:sp>
        <p:nvSpPr>
          <p:cNvPr id="16" name="object 16">
            <a:extLst>
              <a:ext uri="{FF2B5EF4-FFF2-40B4-BE49-F238E27FC236}">
                <a16:creationId xmlns:a16="http://schemas.microsoft.com/office/drawing/2014/main" id="{102B708D-0704-5977-EC6F-88CF05CBBE8F}"/>
              </a:ext>
            </a:extLst>
          </p:cNvPr>
          <p:cNvSpPr txBox="1">
            <a:spLocks noGrp="1"/>
          </p:cNvSpPr>
          <p:nvPr>
            <p:ph type="title"/>
          </p:nvPr>
        </p:nvSpPr>
        <p:spPr>
          <a:xfrm>
            <a:off x="685800" y="408883"/>
            <a:ext cx="10994410" cy="397545"/>
          </a:xfrm>
          <a:prstGeom prst="rect">
            <a:avLst/>
          </a:prstGeom>
        </p:spPr>
        <p:txBody>
          <a:bodyPr vert="horz" wrap="square" lIns="0" tIns="12700" rIns="0" bIns="0" rtlCol="0">
            <a:spAutoFit/>
          </a:bodyPr>
          <a:lstStyle/>
          <a:p>
            <a:pPr marL="12700" algn="l">
              <a:lnSpc>
                <a:spcPct val="100000"/>
              </a:lnSpc>
              <a:spcBef>
                <a:spcPts val="100"/>
              </a:spcBef>
            </a:pPr>
            <a:r>
              <a:rPr lang="en-US" sz="2500" dirty="0"/>
              <a:t>Learning outcome #4 – Notebook section 4. Exercises – 1 slide per bullet point</a:t>
            </a:r>
            <a:endParaRPr sz="2500" b="0" i="1" dirty="0">
              <a:latin typeface="+mj-lt"/>
              <a:cs typeface="Lucida Sans"/>
            </a:endParaRPr>
          </a:p>
        </p:txBody>
      </p:sp>
      <p:pic>
        <p:nvPicPr>
          <p:cNvPr id="83" name="Gráfico 82">
            <a:extLst>
              <a:ext uri="{FF2B5EF4-FFF2-40B4-BE49-F238E27FC236}">
                <a16:creationId xmlns:a16="http://schemas.microsoft.com/office/drawing/2014/main" id="{25386122-0096-23D3-AB3A-550FBF0A3140}"/>
              </a:ext>
            </a:extLst>
          </p:cNvPr>
          <p:cNvPicPr>
            <a:picLocks noChangeAspect="1"/>
          </p:cNvPicPr>
          <p:nvPr/>
        </p:nvPicPr>
        <p:blipFill>
          <a:blip>
            <a:extLst>
              <a:ext uri="{96DAC541-7B7A-43D3-8B79-37D633B846F1}">
                <asvg:svgBlip xmlns:asvg="http://schemas.microsoft.com/office/drawing/2016/SVG/main" r:embed="rId3"/>
              </a:ext>
            </a:extLst>
          </a:blip>
          <a:stretch>
            <a:fillRect/>
          </a:stretch>
        </p:blipFill>
        <p:spPr>
          <a:xfrm>
            <a:off x="5045006" y="6356057"/>
            <a:ext cx="6409575" cy="363174"/>
          </a:xfrm>
          <a:prstGeom prst="rect">
            <a:avLst/>
          </a:prstGeom>
        </p:spPr>
      </p:pic>
      <p:sp>
        <p:nvSpPr>
          <p:cNvPr id="84" name="Marcador de número de diapositiva 83">
            <a:extLst>
              <a:ext uri="{FF2B5EF4-FFF2-40B4-BE49-F238E27FC236}">
                <a16:creationId xmlns:a16="http://schemas.microsoft.com/office/drawing/2014/main" id="{713FD8D6-DEAF-544C-DE8A-FEED1CFD257F}"/>
              </a:ext>
            </a:extLst>
          </p:cNvPr>
          <p:cNvSpPr>
            <a:spLocks noGrp="1"/>
          </p:cNvSpPr>
          <p:nvPr>
            <p:ph type="sldNum" sz="quarter" idx="7"/>
          </p:nvPr>
        </p:nvSpPr>
        <p:spPr/>
        <p:txBody>
          <a:bodyPr/>
          <a:lstStyle/>
          <a:p>
            <a:fld id="{B6F15528-21DE-4FAA-801E-634DDDAF4B2B}" type="slidenum">
              <a:rPr lang="es-ES" smtClean="0"/>
              <a:t>15</a:t>
            </a:fld>
            <a:endParaRPr lang="es-ES"/>
          </a:p>
        </p:txBody>
      </p:sp>
      <p:sp>
        <p:nvSpPr>
          <p:cNvPr id="3" name="Marcador de pie de página 2">
            <a:extLst>
              <a:ext uri="{FF2B5EF4-FFF2-40B4-BE49-F238E27FC236}">
                <a16:creationId xmlns:a16="http://schemas.microsoft.com/office/drawing/2014/main" id="{30B40145-CD7B-EB6E-E37D-B6E973BB915B}"/>
              </a:ext>
            </a:extLst>
          </p:cNvPr>
          <p:cNvSpPr>
            <a:spLocks noGrp="1"/>
          </p:cNvSpPr>
          <p:nvPr>
            <p:ph type="ftr" sz="quarter" idx="5"/>
          </p:nvPr>
        </p:nvSpPr>
        <p:spPr/>
        <p:txBody>
          <a:bodyPr/>
          <a:lstStyle/>
          <a:p>
            <a:pPr marL="12700">
              <a:spcBef>
                <a:spcPts val="15"/>
              </a:spcBef>
            </a:pPr>
            <a:r>
              <a:rPr lang="es-ES" spc="-5"/>
              <a:t>LAB 4.0. LAYOUT</a:t>
            </a:r>
            <a:endParaRPr lang="es-ES" spc="-5" dirty="0"/>
          </a:p>
        </p:txBody>
      </p:sp>
      <p:sp>
        <p:nvSpPr>
          <p:cNvPr id="2" name="CuadroTexto 1">
            <a:extLst>
              <a:ext uri="{FF2B5EF4-FFF2-40B4-BE49-F238E27FC236}">
                <a16:creationId xmlns:a16="http://schemas.microsoft.com/office/drawing/2014/main" id="{3C6D55FC-5031-5DAE-893E-BF1355747932}"/>
              </a:ext>
            </a:extLst>
          </p:cNvPr>
          <p:cNvSpPr txBox="1"/>
          <p:nvPr/>
        </p:nvSpPr>
        <p:spPr>
          <a:xfrm>
            <a:off x="685800" y="990600"/>
            <a:ext cx="5410200" cy="5181600"/>
          </a:xfrm>
          <a:prstGeom prst="rect">
            <a:avLst/>
          </a:prstGeom>
          <a:solidFill>
            <a:schemeClr val="bg1">
              <a:lumMod val="95000"/>
            </a:schemeClr>
          </a:solidFill>
          <a:ln w="28575">
            <a:solidFill>
              <a:srgbClr val="E0700D"/>
            </a:solidFill>
          </a:ln>
        </p:spPr>
        <p:txBody>
          <a:bodyPr wrap="square" rtlCol="0">
            <a:noAutofit/>
          </a:bodyPr>
          <a:lstStyle/>
          <a:p>
            <a:pPr algn="just"/>
            <a:r>
              <a:rPr lang="en-US" sz="1200" b="1" dirty="0">
                <a:latin typeface="Arial" panose="020B0604020202020204" pitchFamily="34" charset="0"/>
                <a:cs typeface="Arial" panose="020B0604020202020204" pitchFamily="34" charset="0"/>
              </a:rPr>
              <a:t>Code for …</a:t>
            </a:r>
          </a:p>
          <a:p>
            <a:pPr algn="just"/>
            <a:endParaRPr lang="en-US" sz="1200" b="1" dirty="0">
              <a:latin typeface="Arial" panose="020B0604020202020204" pitchFamily="34" charset="0"/>
              <a:cs typeface="Arial" panose="020B0604020202020204" pitchFamily="34" charset="0"/>
            </a:endParaRPr>
          </a:p>
          <a:p>
            <a:pPr algn="just"/>
            <a:r>
              <a:rPr lang="en-US" sz="1200" b="1" dirty="0">
                <a:latin typeface="Arial" panose="020B0604020202020204" pitchFamily="34" charset="0"/>
                <a:cs typeface="Arial" panose="020B0604020202020204" pitchFamily="34" charset="0"/>
              </a:rPr>
              <a:t>Part a) Creating components</a:t>
            </a:r>
          </a:p>
          <a:p>
            <a:pPr algn="just"/>
            <a:r>
              <a:rPr lang="en-US" sz="1200" dirty="0">
                <a:latin typeface="Arial" panose="020B0604020202020204" pitchFamily="34" charset="0"/>
                <a:cs typeface="Arial" panose="020B0604020202020204" pitchFamily="34" charset="0"/>
              </a:rPr>
              <a:t>- Create a cell component for a unbalanced MZI, using 2x2 50:50 MMIs with arm length difference as parameter</a:t>
            </a:r>
          </a:p>
          <a:p>
            <a:pPr algn="just"/>
            <a:r>
              <a:rPr lang="en-US" sz="1200" dirty="0">
                <a:latin typeface="Arial" panose="020B0604020202020204" pitchFamily="34" charset="0"/>
                <a:cs typeface="Arial" panose="020B0604020202020204" pitchFamily="34" charset="0"/>
              </a:rPr>
              <a:t>- Create a cell component based on the previous, where the arms have thermal tuners on top of each one</a:t>
            </a:r>
          </a:p>
          <a:p>
            <a:pPr algn="just"/>
            <a:r>
              <a:rPr lang="en-US" sz="1200" dirty="0">
                <a:latin typeface="Arial" panose="020B0604020202020204" pitchFamily="34" charset="0"/>
                <a:cs typeface="Arial" panose="020B0604020202020204" pitchFamily="34" charset="0"/>
              </a:rPr>
              <a:t>- Create a cell component for an all-pass ring resonator, using 2x2 50:50 MMIs, with extra length parameter for different perimeters</a:t>
            </a:r>
          </a:p>
          <a:p>
            <a:pPr algn="just"/>
            <a:r>
              <a:rPr lang="en-US" sz="1200" dirty="0">
                <a:latin typeface="Arial" panose="020B0604020202020204" pitchFamily="34" charset="0"/>
                <a:cs typeface="Arial" panose="020B0604020202020204" pitchFamily="34" charset="0"/>
              </a:rPr>
              <a:t>- Create a cell component based on the previous, where the ring has a thermal tuner on top along all the perimeter</a:t>
            </a:r>
          </a:p>
          <a:p>
            <a:pPr algn="just"/>
            <a:r>
              <a:rPr lang="en-US" sz="1200" dirty="0">
                <a:latin typeface="Arial" panose="020B0604020202020204" pitchFamily="34" charset="0"/>
                <a:cs typeface="Arial" panose="020B0604020202020204" pitchFamily="34" charset="0"/>
              </a:rPr>
              <a:t>- Create a cell component based on existing </a:t>
            </a:r>
            <a:r>
              <a:rPr lang="en-US" sz="1200" dirty="0" err="1">
                <a:latin typeface="Arial" panose="020B0604020202020204" pitchFamily="34" charset="0"/>
                <a:cs typeface="Arial" panose="020B0604020202020204" pitchFamily="34" charset="0"/>
              </a:rPr>
              <a:t>GDSfactory</a:t>
            </a:r>
            <a:r>
              <a:rPr lang="en-US" sz="1200" dirty="0">
                <a:latin typeface="Arial" panose="020B0604020202020204" pitchFamily="34" charset="0"/>
                <a:cs typeface="Arial" panose="020B0604020202020204" pitchFamily="34" charset="0"/>
              </a:rPr>
              <a:t> spiral components, with length as parameter</a:t>
            </a:r>
          </a:p>
          <a:p>
            <a:pPr algn="just"/>
            <a:endParaRPr lang="en-US" sz="1200" dirty="0">
              <a:latin typeface="Arial" panose="020B0604020202020204" pitchFamily="34" charset="0"/>
              <a:cs typeface="Arial" panose="020B0604020202020204" pitchFamily="34" charset="0"/>
            </a:endParaRPr>
          </a:p>
          <a:p>
            <a:pPr algn="just"/>
            <a:r>
              <a:rPr lang="en-US" sz="1200" b="1" dirty="0">
                <a:latin typeface="Arial" panose="020B0604020202020204" pitchFamily="34" charset="0"/>
                <a:cs typeface="Arial" panose="020B0604020202020204" pitchFamily="34" charset="0"/>
              </a:rPr>
              <a:t>Part b) Creating die</a:t>
            </a:r>
          </a:p>
          <a:p>
            <a:pPr algn="just"/>
            <a:r>
              <a:rPr lang="en-US" sz="1200" dirty="0">
                <a:latin typeface="Arial" panose="020B0604020202020204" pitchFamily="34" charset="0"/>
                <a:cs typeface="Arial" panose="020B0604020202020204" pitchFamily="34" charset="0"/>
              </a:rPr>
              <a:t>- Create a die  W = 5 mm x L = 10 mm </a:t>
            </a:r>
          </a:p>
          <a:p>
            <a:pPr algn="just"/>
            <a:r>
              <a:rPr lang="en-US" sz="1200" dirty="0">
                <a:latin typeface="Arial" panose="020B0604020202020204" pitchFamily="34" charset="0"/>
                <a:cs typeface="Arial" panose="020B0604020202020204" pitchFamily="34" charset="0"/>
              </a:rPr>
              <a:t>- Create an array of I/</a:t>
            </a:r>
            <a:r>
              <a:rPr lang="en-US" sz="1200" dirty="0" err="1">
                <a:latin typeface="Arial" panose="020B0604020202020204" pitchFamily="34" charset="0"/>
                <a:cs typeface="Arial" panose="020B0604020202020204" pitchFamily="34" charset="0"/>
              </a:rPr>
              <a:t>Os</a:t>
            </a:r>
            <a:r>
              <a:rPr lang="en-US" sz="1200" dirty="0">
                <a:latin typeface="Arial" panose="020B0604020202020204" pitchFamily="34" charset="0"/>
                <a:cs typeface="Arial" panose="020B0604020202020204" pitchFamily="34" charset="0"/>
              </a:rPr>
              <a:t> spaced at 250 µm (as much I/</a:t>
            </a:r>
            <a:r>
              <a:rPr lang="en-US" sz="1200" dirty="0" err="1">
                <a:latin typeface="Arial" panose="020B0604020202020204" pitchFamily="34" charset="0"/>
                <a:cs typeface="Arial" panose="020B0604020202020204" pitchFamily="34" charset="0"/>
              </a:rPr>
              <a:t>Os</a:t>
            </a:r>
            <a:r>
              <a:rPr lang="en-US" sz="1200" dirty="0">
                <a:latin typeface="Arial" panose="020B0604020202020204" pitchFamily="34" charset="0"/>
                <a:cs typeface="Arial" panose="020B0604020202020204" pitchFamily="34" charset="0"/>
              </a:rPr>
              <a:t> as the width allows)</a:t>
            </a:r>
          </a:p>
          <a:p>
            <a:pPr algn="just"/>
            <a:r>
              <a:rPr lang="en-US" sz="1200" dirty="0">
                <a:latin typeface="Arial" panose="020B0604020202020204" pitchFamily="34" charset="0"/>
                <a:cs typeface="Arial" panose="020B0604020202020204" pitchFamily="34" charset="0"/>
              </a:rPr>
              <a:t>- Create a cell component of this die, with I/</a:t>
            </a:r>
            <a:r>
              <a:rPr lang="en-US" sz="1200" dirty="0" err="1">
                <a:latin typeface="Arial" panose="020B0604020202020204" pitchFamily="34" charset="0"/>
                <a:cs typeface="Arial" panose="020B0604020202020204" pitchFamily="34" charset="0"/>
              </a:rPr>
              <a:t>Os</a:t>
            </a:r>
            <a:r>
              <a:rPr lang="en-US" sz="1200" dirty="0">
                <a:latin typeface="Arial" panose="020B0604020202020204" pitchFamily="34" charset="0"/>
                <a:cs typeface="Arial" panose="020B0604020202020204" pitchFamily="34" charset="0"/>
              </a:rPr>
              <a:t> accessible to connect</a:t>
            </a:r>
          </a:p>
          <a:p>
            <a:pPr algn="just"/>
            <a:endParaRPr lang="en-US" sz="1200" dirty="0">
              <a:latin typeface="Arial" panose="020B0604020202020204" pitchFamily="34" charset="0"/>
              <a:cs typeface="Arial" panose="020B0604020202020204" pitchFamily="34" charset="0"/>
            </a:endParaRPr>
          </a:p>
          <a:p>
            <a:pPr algn="just"/>
            <a:r>
              <a:rPr lang="en-US" sz="1200" b="1" dirty="0">
                <a:latin typeface="Arial" panose="020B0604020202020204" pitchFamily="34" charset="0"/>
                <a:cs typeface="Arial" panose="020B0604020202020204" pitchFamily="34" charset="0"/>
              </a:rPr>
              <a:t>Part c) </a:t>
            </a:r>
            <a:r>
              <a:rPr lang="en-US" sz="1200" b="1" dirty="0" err="1">
                <a:latin typeface="Arial" panose="020B0604020202020204" pitchFamily="34" charset="0"/>
                <a:cs typeface="Arial" panose="020B0604020202020204" pitchFamily="34" charset="0"/>
              </a:rPr>
              <a:t>Floorplaning</a:t>
            </a:r>
            <a:r>
              <a:rPr lang="en-US" sz="1200" b="1" dirty="0">
                <a:latin typeface="Arial" panose="020B0604020202020204" pitchFamily="34" charset="0"/>
                <a:cs typeface="Arial" panose="020B0604020202020204" pitchFamily="34" charset="0"/>
              </a:rPr>
              <a:t> and die layout</a:t>
            </a:r>
          </a:p>
          <a:p>
            <a:pPr algn="just"/>
            <a:r>
              <a:rPr lang="en-US" sz="1200" dirty="0">
                <a:latin typeface="Arial" panose="020B0604020202020204" pitchFamily="34" charset="0"/>
                <a:cs typeface="Arial" panose="020B0604020202020204" pitchFamily="34" charset="0"/>
              </a:rPr>
              <a:t>- Make an instance of the die as host component for your layout</a:t>
            </a:r>
          </a:p>
          <a:p>
            <a:pPr algn="just"/>
            <a:r>
              <a:rPr lang="en-US" sz="1200" dirty="0">
                <a:latin typeface="Arial" panose="020B0604020202020204" pitchFamily="34" charset="0"/>
                <a:cs typeface="Arial" panose="020B0604020202020204" pitchFamily="34" charset="0"/>
              </a:rPr>
              <a:t>- Add 3 sets of 3 straight waveguides, from left to right of the die, top, middle and bottom of the die</a:t>
            </a:r>
          </a:p>
          <a:p>
            <a:pPr algn="just"/>
            <a:r>
              <a:rPr lang="en-US" sz="1200" dirty="0">
                <a:latin typeface="Arial" panose="020B0604020202020204" pitchFamily="34" charset="0"/>
                <a:cs typeface="Arial" panose="020B0604020202020204" pitchFamily="34" charset="0"/>
              </a:rPr>
              <a:t>- Add 2 of each of the components above, with different lengths</a:t>
            </a:r>
          </a:p>
          <a:p>
            <a:pPr algn="just"/>
            <a:r>
              <a:rPr lang="en-US" sz="1200" dirty="0">
                <a:latin typeface="Arial" panose="020B0604020202020204" pitchFamily="34" charset="0"/>
                <a:cs typeface="Arial" panose="020B0604020202020204" pitchFamily="34" charset="0"/>
              </a:rPr>
              <a:t>- Connect all your components to the I/</a:t>
            </a:r>
            <a:r>
              <a:rPr lang="en-US" sz="1200" dirty="0" err="1">
                <a:latin typeface="Arial" panose="020B0604020202020204" pitchFamily="34" charset="0"/>
                <a:cs typeface="Arial" panose="020B0604020202020204" pitchFamily="34" charset="0"/>
              </a:rPr>
              <a:t>Os</a:t>
            </a:r>
            <a:r>
              <a:rPr lang="en-US" sz="1200" dirty="0">
                <a:latin typeface="Arial" panose="020B0604020202020204" pitchFamily="34" charset="0"/>
                <a:cs typeface="Arial" panose="020B0604020202020204" pitchFamily="34" charset="0"/>
              </a:rPr>
              <a:t> </a:t>
            </a:r>
          </a:p>
        </p:txBody>
      </p:sp>
      <p:sp>
        <p:nvSpPr>
          <p:cNvPr id="8" name="Rectángulo 7">
            <a:extLst>
              <a:ext uri="{FF2B5EF4-FFF2-40B4-BE49-F238E27FC236}">
                <a16:creationId xmlns:a16="http://schemas.microsoft.com/office/drawing/2014/main" id="{B7F15AC0-F440-2DF1-6C9D-0A7E2EAFC2C8}"/>
              </a:ext>
            </a:extLst>
          </p:cNvPr>
          <p:cNvSpPr/>
          <p:nvPr/>
        </p:nvSpPr>
        <p:spPr>
          <a:xfrm>
            <a:off x="6248400" y="990285"/>
            <a:ext cx="5638799" cy="5181600"/>
          </a:xfrm>
          <a:prstGeom prst="rect">
            <a:avLst/>
          </a:prstGeom>
          <a:noFill/>
          <a:ln w="28575">
            <a:solidFill>
              <a:srgbClr val="E0700D"/>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9" name="CuadroTexto 8">
            <a:extLst>
              <a:ext uri="{FF2B5EF4-FFF2-40B4-BE49-F238E27FC236}">
                <a16:creationId xmlns:a16="http://schemas.microsoft.com/office/drawing/2014/main" id="{9452515D-9AC0-62DB-2A62-0C197A32C5E7}"/>
              </a:ext>
            </a:extLst>
          </p:cNvPr>
          <p:cNvSpPr txBox="1"/>
          <p:nvPr/>
        </p:nvSpPr>
        <p:spPr>
          <a:xfrm>
            <a:off x="8180318" y="3105834"/>
            <a:ext cx="1774973" cy="369332"/>
          </a:xfrm>
          <a:prstGeom prst="rect">
            <a:avLst/>
          </a:prstGeom>
          <a:noFill/>
        </p:spPr>
        <p:txBody>
          <a:bodyPr wrap="none" rtlCol="0">
            <a:spAutoFit/>
          </a:bodyPr>
          <a:lstStyle/>
          <a:p>
            <a:pPr algn="ctr"/>
            <a:r>
              <a:rPr lang="es-ES" dirty="0" err="1"/>
              <a:t>Screenshot</a:t>
            </a:r>
            <a:r>
              <a:rPr lang="es-ES" dirty="0"/>
              <a:t> </a:t>
            </a:r>
            <a:r>
              <a:rPr lang="es-ES" dirty="0" err="1"/>
              <a:t>for</a:t>
            </a:r>
            <a:r>
              <a:rPr lang="es-ES" dirty="0"/>
              <a:t> …</a:t>
            </a:r>
            <a:endParaRPr lang="en-US" dirty="0"/>
          </a:p>
        </p:txBody>
      </p:sp>
    </p:spTree>
    <p:extLst>
      <p:ext uri="{BB962C8B-B14F-4D97-AF65-F5344CB8AC3E}">
        <p14:creationId xmlns:p14="http://schemas.microsoft.com/office/powerpoint/2010/main" val="708738583"/>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E02D193-0D22-AA7A-C2ED-D7DACFFBCD32}"/>
            </a:ext>
          </a:extLst>
        </p:cNvPr>
        <p:cNvGrpSpPr/>
        <p:nvPr/>
      </p:nvGrpSpPr>
      <p:grpSpPr>
        <a:xfrm>
          <a:off x="0" y="0"/>
          <a:ext cx="0" cy="0"/>
          <a:chOff x="0" y="0"/>
          <a:chExt cx="0" cy="0"/>
        </a:xfrm>
      </p:grpSpPr>
      <p:sp>
        <p:nvSpPr>
          <p:cNvPr id="16" name="object 16">
            <a:extLst>
              <a:ext uri="{FF2B5EF4-FFF2-40B4-BE49-F238E27FC236}">
                <a16:creationId xmlns:a16="http://schemas.microsoft.com/office/drawing/2014/main" id="{84B9A663-3F6A-FC57-4FB3-B5629B9E0649}"/>
              </a:ext>
            </a:extLst>
          </p:cNvPr>
          <p:cNvSpPr txBox="1">
            <a:spLocks noGrp="1"/>
          </p:cNvSpPr>
          <p:nvPr>
            <p:ph type="title"/>
          </p:nvPr>
        </p:nvSpPr>
        <p:spPr>
          <a:xfrm>
            <a:off x="685800" y="408883"/>
            <a:ext cx="10994410" cy="397545"/>
          </a:xfrm>
          <a:prstGeom prst="rect">
            <a:avLst/>
          </a:prstGeom>
        </p:spPr>
        <p:txBody>
          <a:bodyPr vert="horz" wrap="square" lIns="0" tIns="12700" rIns="0" bIns="0" rtlCol="0">
            <a:spAutoFit/>
          </a:bodyPr>
          <a:lstStyle/>
          <a:p>
            <a:pPr marL="12700" algn="l">
              <a:lnSpc>
                <a:spcPct val="100000"/>
              </a:lnSpc>
              <a:spcBef>
                <a:spcPts val="100"/>
              </a:spcBef>
            </a:pPr>
            <a:r>
              <a:rPr lang="en-US" sz="2500" dirty="0"/>
              <a:t>Learning outcome #4.a.1</a:t>
            </a:r>
            <a:endParaRPr sz="2500" b="0" i="1" dirty="0">
              <a:latin typeface="+mj-lt"/>
              <a:cs typeface="Lucida Sans"/>
            </a:endParaRPr>
          </a:p>
        </p:txBody>
      </p:sp>
      <p:pic>
        <p:nvPicPr>
          <p:cNvPr id="83" name="Gráfico 82">
            <a:extLst>
              <a:ext uri="{FF2B5EF4-FFF2-40B4-BE49-F238E27FC236}">
                <a16:creationId xmlns:a16="http://schemas.microsoft.com/office/drawing/2014/main" id="{98A3E528-95C5-E22A-5226-AFC3FD5BFB7F}"/>
              </a:ext>
            </a:extLst>
          </p:cNvPr>
          <p:cNvPicPr>
            <a:picLocks noChangeAspect="1"/>
          </p:cNvPicPr>
          <p:nvPr/>
        </p:nvPicPr>
        <p:blipFill>
          <a:blip>
            <a:extLst>
              <a:ext uri="{96DAC541-7B7A-43D3-8B79-37D633B846F1}">
                <asvg:svgBlip xmlns:asvg="http://schemas.microsoft.com/office/drawing/2016/SVG/main" r:embed="rId3"/>
              </a:ext>
            </a:extLst>
          </a:blip>
          <a:stretch>
            <a:fillRect/>
          </a:stretch>
        </p:blipFill>
        <p:spPr>
          <a:xfrm>
            <a:off x="5045006" y="6356057"/>
            <a:ext cx="6409575" cy="363174"/>
          </a:xfrm>
          <a:prstGeom prst="rect">
            <a:avLst/>
          </a:prstGeom>
        </p:spPr>
      </p:pic>
      <p:sp>
        <p:nvSpPr>
          <p:cNvPr id="84" name="Marcador de número de diapositiva 83">
            <a:extLst>
              <a:ext uri="{FF2B5EF4-FFF2-40B4-BE49-F238E27FC236}">
                <a16:creationId xmlns:a16="http://schemas.microsoft.com/office/drawing/2014/main" id="{11667C43-558D-0D78-5AC4-D156610CFACB}"/>
              </a:ext>
            </a:extLst>
          </p:cNvPr>
          <p:cNvSpPr>
            <a:spLocks noGrp="1"/>
          </p:cNvSpPr>
          <p:nvPr>
            <p:ph type="sldNum" sz="quarter" idx="7"/>
          </p:nvPr>
        </p:nvSpPr>
        <p:spPr/>
        <p:txBody>
          <a:bodyPr/>
          <a:lstStyle/>
          <a:p>
            <a:fld id="{B6F15528-21DE-4FAA-801E-634DDDAF4B2B}" type="slidenum">
              <a:rPr lang="es-ES" smtClean="0"/>
              <a:t>16</a:t>
            </a:fld>
            <a:endParaRPr lang="es-ES"/>
          </a:p>
        </p:txBody>
      </p:sp>
      <p:sp>
        <p:nvSpPr>
          <p:cNvPr id="3" name="Marcador de pie de página 2">
            <a:extLst>
              <a:ext uri="{FF2B5EF4-FFF2-40B4-BE49-F238E27FC236}">
                <a16:creationId xmlns:a16="http://schemas.microsoft.com/office/drawing/2014/main" id="{E737D108-E0FD-68D5-7804-BD09EAF80E70}"/>
              </a:ext>
            </a:extLst>
          </p:cNvPr>
          <p:cNvSpPr>
            <a:spLocks noGrp="1"/>
          </p:cNvSpPr>
          <p:nvPr>
            <p:ph type="ftr" sz="quarter" idx="5"/>
          </p:nvPr>
        </p:nvSpPr>
        <p:spPr/>
        <p:txBody>
          <a:bodyPr/>
          <a:lstStyle/>
          <a:p>
            <a:pPr marL="12700">
              <a:spcBef>
                <a:spcPts val="15"/>
              </a:spcBef>
            </a:pPr>
            <a:r>
              <a:rPr lang="es-ES" spc="-5"/>
              <a:t>LAB 4.0. LAYOUT</a:t>
            </a:r>
            <a:endParaRPr lang="es-ES" spc="-5" dirty="0"/>
          </a:p>
        </p:txBody>
      </p:sp>
      <p:sp>
        <p:nvSpPr>
          <p:cNvPr id="8" name="Rectángulo 7">
            <a:extLst>
              <a:ext uri="{FF2B5EF4-FFF2-40B4-BE49-F238E27FC236}">
                <a16:creationId xmlns:a16="http://schemas.microsoft.com/office/drawing/2014/main" id="{E5EEE3A5-D106-9E84-0836-AABD2E701E1E}"/>
              </a:ext>
            </a:extLst>
          </p:cNvPr>
          <p:cNvSpPr/>
          <p:nvPr/>
        </p:nvSpPr>
        <p:spPr>
          <a:xfrm>
            <a:off x="685800" y="990285"/>
            <a:ext cx="11201399" cy="5181600"/>
          </a:xfrm>
          <a:prstGeom prst="rect">
            <a:avLst/>
          </a:prstGeom>
          <a:noFill/>
          <a:ln w="28575">
            <a:solidFill>
              <a:srgbClr val="E0700D"/>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7" name="Imagen 6">
            <a:extLst>
              <a:ext uri="{FF2B5EF4-FFF2-40B4-BE49-F238E27FC236}">
                <a16:creationId xmlns:a16="http://schemas.microsoft.com/office/drawing/2014/main" id="{BE116C35-9476-3C8D-663E-7D2A0B1A4124}"/>
              </a:ext>
            </a:extLst>
          </p:cNvPr>
          <p:cNvPicPr>
            <a:picLocks noChangeAspect="1"/>
          </p:cNvPicPr>
          <p:nvPr/>
        </p:nvPicPr>
        <p:blipFill>
          <a:blip r:embed="rId4"/>
          <a:stretch>
            <a:fillRect/>
          </a:stretch>
        </p:blipFill>
        <p:spPr>
          <a:xfrm>
            <a:off x="808567" y="1508353"/>
            <a:ext cx="5088466" cy="3841293"/>
          </a:xfrm>
          <a:prstGeom prst="rect">
            <a:avLst/>
          </a:prstGeom>
        </p:spPr>
      </p:pic>
      <p:pic>
        <p:nvPicPr>
          <p:cNvPr id="11" name="Imagen 10">
            <a:extLst>
              <a:ext uri="{FF2B5EF4-FFF2-40B4-BE49-F238E27FC236}">
                <a16:creationId xmlns:a16="http://schemas.microsoft.com/office/drawing/2014/main" id="{FF1C9C15-0663-E9F9-8025-B08FFACA499D}"/>
              </a:ext>
            </a:extLst>
          </p:cNvPr>
          <p:cNvPicPr>
            <a:picLocks noChangeAspect="1"/>
          </p:cNvPicPr>
          <p:nvPr/>
        </p:nvPicPr>
        <p:blipFill>
          <a:blip r:embed="rId5"/>
          <a:stretch>
            <a:fillRect/>
          </a:stretch>
        </p:blipFill>
        <p:spPr>
          <a:xfrm>
            <a:off x="6385955" y="1504635"/>
            <a:ext cx="5501244" cy="4152900"/>
          </a:xfrm>
          <a:prstGeom prst="rect">
            <a:avLst/>
          </a:prstGeom>
        </p:spPr>
      </p:pic>
    </p:spTree>
    <p:extLst>
      <p:ext uri="{BB962C8B-B14F-4D97-AF65-F5344CB8AC3E}">
        <p14:creationId xmlns:p14="http://schemas.microsoft.com/office/powerpoint/2010/main" val="2765494178"/>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FEC57B1-F3E7-A7A0-4577-554E5A5F92F4}"/>
            </a:ext>
          </a:extLst>
        </p:cNvPr>
        <p:cNvGrpSpPr/>
        <p:nvPr/>
      </p:nvGrpSpPr>
      <p:grpSpPr>
        <a:xfrm>
          <a:off x="0" y="0"/>
          <a:ext cx="0" cy="0"/>
          <a:chOff x="0" y="0"/>
          <a:chExt cx="0" cy="0"/>
        </a:xfrm>
      </p:grpSpPr>
      <p:sp>
        <p:nvSpPr>
          <p:cNvPr id="16" name="object 16">
            <a:extLst>
              <a:ext uri="{FF2B5EF4-FFF2-40B4-BE49-F238E27FC236}">
                <a16:creationId xmlns:a16="http://schemas.microsoft.com/office/drawing/2014/main" id="{2D5E91D5-925B-9D8C-AA43-D6F248D46423}"/>
              </a:ext>
            </a:extLst>
          </p:cNvPr>
          <p:cNvSpPr txBox="1">
            <a:spLocks noGrp="1"/>
          </p:cNvSpPr>
          <p:nvPr>
            <p:ph type="title"/>
          </p:nvPr>
        </p:nvSpPr>
        <p:spPr>
          <a:xfrm>
            <a:off x="685800" y="408883"/>
            <a:ext cx="10994410" cy="397545"/>
          </a:xfrm>
          <a:prstGeom prst="rect">
            <a:avLst/>
          </a:prstGeom>
        </p:spPr>
        <p:txBody>
          <a:bodyPr vert="horz" wrap="square" lIns="0" tIns="12700" rIns="0" bIns="0" rtlCol="0">
            <a:spAutoFit/>
          </a:bodyPr>
          <a:lstStyle/>
          <a:p>
            <a:pPr marL="12700" algn="l">
              <a:lnSpc>
                <a:spcPct val="100000"/>
              </a:lnSpc>
              <a:spcBef>
                <a:spcPts val="100"/>
              </a:spcBef>
            </a:pPr>
            <a:r>
              <a:rPr lang="en-US" sz="2500" dirty="0"/>
              <a:t>Learning outcome #4.a.2</a:t>
            </a:r>
            <a:endParaRPr sz="2500" b="0" i="1" dirty="0">
              <a:latin typeface="+mj-lt"/>
              <a:cs typeface="Lucida Sans"/>
            </a:endParaRPr>
          </a:p>
        </p:txBody>
      </p:sp>
      <p:pic>
        <p:nvPicPr>
          <p:cNvPr id="83" name="Gráfico 82">
            <a:extLst>
              <a:ext uri="{FF2B5EF4-FFF2-40B4-BE49-F238E27FC236}">
                <a16:creationId xmlns:a16="http://schemas.microsoft.com/office/drawing/2014/main" id="{7B3E83F5-0D9B-55FC-403A-446C70350F01}"/>
              </a:ext>
            </a:extLst>
          </p:cNvPr>
          <p:cNvPicPr>
            <a:picLocks noChangeAspect="1"/>
          </p:cNvPicPr>
          <p:nvPr/>
        </p:nvPicPr>
        <p:blipFill>
          <a:blip>
            <a:extLst>
              <a:ext uri="{96DAC541-7B7A-43D3-8B79-37D633B846F1}">
                <asvg:svgBlip xmlns:asvg="http://schemas.microsoft.com/office/drawing/2016/SVG/main" r:embed="rId3"/>
              </a:ext>
            </a:extLst>
          </a:blip>
          <a:stretch>
            <a:fillRect/>
          </a:stretch>
        </p:blipFill>
        <p:spPr>
          <a:xfrm>
            <a:off x="5045006" y="6356057"/>
            <a:ext cx="6409575" cy="363174"/>
          </a:xfrm>
          <a:prstGeom prst="rect">
            <a:avLst/>
          </a:prstGeom>
        </p:spPr>
      </p:pic>
      <p:sp>
        <p:nvSpPr>
          <p:cNvPr id="84" name="Marcador de número de diapositiva 83">
            <a:extLst>
              <a:ext uri="{FF2B5EF4-FFF2-40B4-BE49-F238E27FC236}">
                <a16:creationId xmlns:a16="http://schemas.microsoft.com/office/drawing/2014/main" id="{D456E91E-EB28-BADA-617F-4B17ECE8D4F9}"/>
              </a:ext>
            </a:extLst>
          </p:cNvPr>
          <p:cNvSpPr>
            <a:spLocks noGrp="1"/>
          </p:cNvSpPr>
          <p:nvPr>
            <p:ph type="sldNum" sz="quarter" idx="7"/>
          </p:nvPr>
        </p:nvSpPr>
        <p:spPr/>
        <p:txBody>
          <a:bodyPr/>
          <a:lstStyle/>
          <a:p>
            <a:fld id="{B6F15528-21DE-4FAA-801E-634DDDAF4B2B}" type="slidenum">
              <a:rPr lang="es-ES" smtClean="0"/>
              <a:t>17</a:t>
            </a:fld>
            <a:endParaRPr lang="es-ES"/>
          </a:p>
        </p:txBody>
      </p:sp>
      <p:sp>
        <p:nvSpPr>
          <p:cNvPr id="3" name="Marcador de pie de página 2">
            <a:extLst>
              <a:ext uri="{FF2B5EF4-FFF2-40B4-BE49-F238E27FC236}">
                <a16:creationId xmlns:a16="http://schemas.microsoft.com/office/drawing/2014/main" id="{7EC78C0D-C654-3325-59DE-DB5DD7142D92}"/>
              </a:ext>
            </a:extLst>
          </p:cNvPr>
          <p:cNvSpPr>
            <a:spLocks noGrp="1"/>
          </p:cNvSpPr>
          <p:nvPr>
            <p:ph type="ftr" sz="quarter" idx="5"/>
          </p:nvPr>
        </p:nvSpPr>
        <p:spPr/>
        <p:txBody>
          <a:bodyPr/>
          <a:lstStyle/>
          <a:p>
            <a:pPr marL="12700">
              <a:spcBef>
                <a:spcPts val="15"/>
              </a:spcBef>
            </a:pPr>
            <a:r>
              <a:rPr lang="es-ES" spc="-5"/>
              <a:t>LAB 4.0. LAYOUT</a:t>
            </a:r>
            <a:endParaRPr lang="es-ES" spc="-5" dirty="0"/>
          </a:p>
        </p:txBody>
      </p:sp>
      <p:sp>
        <p:nvSpPr>
          <p:cNvPr id="8" name="Rectángulo 7">
            <a:extLst>
              <a:ext uri="{FF2B5EF4-FFF2-40B4-BE49-F238E27FC236}">
                <a16:creationId xmlns:a16="http://schemas.microsoft.com/office/drawing/2014/main" id="{5F877483-883C-FFDF-0F17-1A7E99C2FED0}"/>
              </a:ext>
            </a:extLst>
          </p:cNvPr>
          <p:cNvSpPr/>
          <p:nvPr/>
        </p:nvSpPr>
        <p:spPr>
          <a:xfrm>
            <a:off x="685800" y="990285"/>
            <a:ext cx="11201399" cy="5181600"/>
          </a:xfrm>
          <a:prstGeom prst="rect">
            <a:avLst/>
          </a:prstGeom>
          <a:noFill/>
          <a:ln w="28575">
            <a:solidFill>
              <a:srgbClr val="E0700D"/>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4" name="Imagen 3">
            <a:extLst>
              <a:ext uri="{FF2B5EF4-FFF2-40B4-BE49-F238E27FC236}">
                <a16:creationId xmlns:a16="http://schemas.microsoft.com/office/drawing/2014/main" id="{878B938E-AF92-44ED-A88E-8C4D009A9967}"/>
              </a:ext>
            </a:extLst>
          </p:cNvPr>
          <p:cNvPicPr>
            <a:picLocks noChangeAspect="1"/>
          </p:cNvPicPr>
          <p:nvPr/>
        </p:nvPicPr>
        <p:blipFill>
          <a:blip r:embed="rId4"/>
          <a:stretch>
            <a:fillRect/>
          </a:stretch>
        </p:blipFill>
        <p:spPr>
          <a:xfrm>
            <a:off x="838200" y="1797193"/>
            <a:ext cx="4592782" cy="3467100"/>
          </a:xfrm>
          <a:prstGeom prst="rect">
            <a:avLst/>
          </a:prstGeom>
        </p:spPr>
      </p:pic>
      <p:pic>
        <p:nvPicPr>
          <p:cNvPr id="6" name="Imagen 5">
            <a:extLst>
              <a:ext uri="{FF2B5EF4-FFF2-40B4-BE49-F238E27FC236}">
                <a16:creationId xmlns:a16="http://schemas.microsoft.com/office/drawing/2014/main" id="{325F43AF-B39A-9057-2AFA-2070F954C9C1}"/>
              </a:ext>
            </a:extLst>
          </p:cNvPr>
          <p:cNvPicPr>
            <a:picLocks noChangeAspect="1"/>
          </p:cNvPicPr>
          <p:nvPr/>
        </p:nvPicPr>
        <p:blipFill>
          <a:blip r:embed="rId5"/>
          <a:stretch>
            <a:fillRect/>
          </a:stretch>
        </p:blipFill>
        <p:spPr>
          <a:xfrm>
            <a:off x="6913418" y="1776977"/>
            <a:ext cx="4592782" cy="3467100"/>
          </a:xfrm>
          <a:prstGeom prst="rect">
            <a:avLst/>
          </a:prstGeom>
        </p:spPr>
      </p:pic>
    </p:spTree>
    <p:extLst>
      <p:ext uri="{BB962C8B-B14F-4D97-AF65-F5344CB8AC3E}">
        <p14:creationId xmlns:p14="http://schemas.microsoft.com/office/powerpoint/2010/main" val="23855709"/>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1F2F420-8B0C-EC82-54E7-EE55A96F3D82}"/>
            </a:ext>
          </a:extLst>
        </p:cNvPr>
        <p:cNvGrpSpPr/>
        <p:nvPr/>
      </p:nvGrpSpPr>
      <p:grpSpPr>
        <a:xfrm>
          <a:off x="0" y="0"/>
          <a:ext cx="0" cy="0"/>
          <a:chOff x="0" y="0"/>
          <a:chExt cx="0" cy="0"/>
        </a:xfrm>
      </p:grpSpPr>
      <p:sp>
        <p:nvSpPr>
          <p:cNvPr id="16" name="object 16">
            <a:extLst>
              <a:ext uri="{FF2B5EF4-FFF2-40B4-BE49-F238E27FC236}">
                <a16:creationId xmlns:a16="http://schemas.microsoft.com/office/drawing/2014/main" id="{5B455F79-5A48-FCF2-2D16-DFBDB138C317}"/>
              </a:ext>
            </a:extLst>
          </p:cNvPr>
          <p:cNvSpPr txBox="1">
            <a:spLocks noGrp="1"/>
          </p:cNvSpPr>
          <p:nvPr>
            <p:ph type="title"/>
          </p:nvPr>
        </p:nvSpPr>
        <p:spPr>
          <a:xfrm>
            <a:off x="685800" y="408883"/>
            <a:ext cx="10994410" cy="397545"/>
          </a:xfrm>
          <a:prstGeom prst="rect">
            <a:avLst/>
          </a:prstGeom>
        </p:spPr>
        <p:txBody>
          <a:bodyPr vert="horz" wrap="square" lIns="0" tIns="12700" rIns="0" bIns="0" rtlCol="0">
            <a:spAutoFit/>
          </a:bodyPr>
          <a:lstStyle/>
          <a:p>
            <a:pPr marL="12700" algn="l">
              <a:lnSpc>
                <a:spcPct val="100000"/>
              </a:lnSpc>
              <a:spcBef>
                <a:spcPts val="100"/>
              </a:spcBef>
            </a:pPr>
            <a:r>
              <a:rPr lang="en-US" sz="2500" dirty="0"/>
              <a:t>Learning outcome #4.a.3</a:t>
            </a:r>
            <a:endParaRPr sz="2500" b="0" i="1" dirty="0">
              <a:latin typeface="+mj-lt"/>
              <a:cs typeface="Lucida Sans"/>
            </a:endParaRPr>
          </a:p>
        </p:txBody>
      </p:sp>
      <p:pic>
        <p:nvPicPr>
          <p:cNvPr id="83" name="Gráfico 82">
            <a:extLst>
              <a:ext uri="{FF2B5EF4-FFF2-40B4-BE49-F238E27FC236}">
                <a16:creationId xmlns:a16="http://schemas.microsoft.com/office/drawing/2014/main" id="{75D3D633-5639-282D-9AEB-EDF9DB148516}"/>
              </a:ext>
            </a:extLst>
          </p:cNvPr>
          <p:cNvPicPr>
            <a:picLocks noChangeAspect="1"/>
          </p:cNvPicPr>
          <p:nvPr/>
        </p:nvPicPr>
        <p:blipFill>
          <a:blip>
            <a:extLst>
              <a:ext uri="{96DAC541-7B7A-43D3-8B79-37D633B846F1}">
                <asvg:svgBlip xmlns:asvg="http://schemas.microsoft.com/office/drawing/2016/SVG/main" r:embed="rId3"/>
              </a:ext>
            </a:extLst>
          </a:blip>
          <a:stretch>
            <a:fillRect/>
          </a:stretch>
        </p:blipFill>
        <p:spPr>
          <a:xfrm>
            <a:off x="5045006" y="6356057"/>
            <a:ext cx="6409575" cy="363174"/>
          </a:xfrm>
          <a:prstGeom prst="rect">
            <a:avLst/>
          </a:prstGeom>
        </p:spPr>
      </p:pic>
      <p:sp>
        <p:nvSpPr>
          <p:cNvPr id="84" name="Marcador de número de diapositiva 83">
            <a:extLst>
              <a:ext uri="{FF2B5EF4-FFF2-40B4-BE49-F238E27FC236}">
                <a16:creationId xmlns:a16="http://schemas.microsoft.com/office/drawing/2014/main" id="{8BA97D92-0F63-E6FA-8D31-850A06105C87}"/>
              </a:ext>
            </a:extLst>
          </p:cNvPr>
          <p:cNvSpPr>
            <a:spLocks noGrp="1"/>
          </p:cNvSpPr>
          <p:nvPr>
            <p:ph type="sldNum" sz="quarter" idx="7"/>
          </p:nvPr>
        </p:nvSpPr>
        <p:spPr/>
        <p:txBody>
          <a:bodyPr/>
          <a:lstStyle/>
          <a:p>
            <a:fld id="{B6F15528-21DE-4FAA-801E-634DDDAF4B2B}" type="slidenum">
              <a:rPr lang="es-ES" smtClean="0"/>
              <a:t>18</a:t>
            </a:fld>
            <a:endParaRPr lang="es-ES"/>
          </a:p>
        </p:txBody>
      </p:sp>
      <p:sp>
        <p:nvSpPr>
          <p:cNvPr id="3" name="Marcador de pie de página 2">
            <a:extLst>
              <a:ext uri="{FF2B5EF4-FFF2-40B4-BE49-F238E27FC236}">
                <a16:creationId xmlns:a16="http://schemas.microsoft.com/office/drawing/2014/main" id="{B8BF6B20-4662-3861-C79C-E95F72880DDF}"/>
              </a:ext>
            </a:extLst>
          </p:cNvPr>
          <p:cNvSpPr>
            <a:spLocks noGrp="1"/>
          </p:cNvSpPr>
          <p:nvPr>
            <p:ph type="ftr" sz="quarter" idx="5"/>
          </p:nvPr>
        </p:nvSpPr>
        <p:spPr/>
        <p:txBody>
          <a:bodyPr/>
          <a:lstStyle/>
          <a:p>
            <a:pPr marL="12700">
              <a:spcBef>
                <a:spcPts val="15"/>
              </a:spcBef>
            </a:pPr>
            <a:r>
              <a:rPr lang="es-ES" spc="-5"/>
              <a:t>LAB 4.0. LAYOUT</a:t>
            </a:r>
            <a:endParaRPr lang="es-ES" spc="-5" dirty="0"/>
          </a:p>
        </p:txBody>
      </p:sp>
      <p:sp>
        <p:nvSpPr>
          <p:cNvPr id="8" name="Rectángulo 7">
            <a:extLst>
              <a:ext uri="{FF2B5EF4-FFF2-40B4-BE49-F238E27FC236}">
                <a16:creationId xmlns:a16="http://schemas.microsoft.com/office/drawing/2014/main" id="{A25CCB73-6540-3945-116D-3FDE21DBC91F}"/>
              </a:ext>
            </a:extLst>
          </p:cNvPr>
          <p:cNvSpPr/>
          <p:nvPr/>
        </p:nvSpPr>
        <p:spPr>
          <a:xfrm>
            <a:off x="685800" y="990285"/>
            <a:ext cx="11201399" cy="5181600"/>
          </a:xfrm>
          <a:prstGeom prst="rect">
            <a:avLst/>
          </a:prstGeom>
          <a:noFill/>
          <a:ln w="28575">
            <a:solidFill>
              <a:srgbClr val="E0700D"/>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5" name="Imagen 4">
            <a:extLst>
              <a:ext uri="{FF2B5EF4-FFF2-40B4-BE49-F238E27FC236}">
                <a16:creationId xmlns:a16="http://schemas.microsoft.com/office/drawing/2014/main" id="{95E6F42A-0B7F-920B-BED2-5F96935C9941}"/>
              </a:ext>
            </a:extLst>
          </p:cNvPr>
          <p:cNvPicPr>
            <a:picLocks noChangeAspect="1"/>
          </p:cNvPicPr>
          <p:nvPr/>
        </p:nvPicPr>
        <p:blipFill>
          <a:blip r:embed="rId4"/>
          <a:stretch>
            <a:fillRect/>
          </a:stretch>
        </p:blipFill>
        <p:spPr>
          <a:xfrm>
            <a:off x="854528" y="1828800"/>
            <a:ext cx="4996543" cy="3771900"/>
          </a:xfrm>
          <a:prstGeom prst="rect">
            <a:avLst/>
          </a:prstGeom>
        </p:spPr>
      </p:pic>
      <p:pic>
        <p:nvPicPr>
          <p:cNvPr id="9" name="Imagen 8">
            <a:extLst>
              <a:ext uri="{FF2B5EF4-FFF2-40B4-BE49-F238E27FC236}">
                <a16:creationId xmlns:a16="http://schemas.microsoft.com/office/drawing/2014/main" id="{8701B5B1-1C64-F2A4-E9B5-21F5C8984CA2}"/>
              </a:ext>
            </a:extLst>
          </p:cNvPr>
          <p:cNvPicPr>
            <a:picLocks noChangeAspect="1"/>
          </p:cNvPicPr>
          <p:nvPr/>
        </p:nvPicPr>
        <p:blipFill>
          <a:blip r:embed="rId5"/>
          <a:stretch>
            <a:fillRect/>
          </a:stretch>
        </p:blipFill>
        <p:spPr>
          <a:xfrm>
            <a:off x="6096000" y="1676400"/>
            <a:ext cx="5400304" cy="4076700"/>
          </a:xfrm>
          <a:prstGeom prst="rect">
            <a:avLst/>
          </a:prstGeom>
        </p:spPr>
      </p:pic>
    </p:spTree>
    <p:extLst>
      <p:ext uri="{BB962C8B-B14F-4D97-AF65-F5344CB8AC3E}">
        <p14:creationId xmlns:p14="http://schemas.microsoft.com/office/powerpoint/2010/main" val="426161113"/>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7B1D475-86BF-5C56-9CAA-B070C05F186F}"/>
            </a:ext>
          </a:extLst>
        </p:cNvPr>
        <p:cNvGrpSpPr/>
        <p:nvPr/>
      </p:nvGrpSpPr>
      <p:grpSpPr>
        <a:xfrm>
          <a:off x="0" y="0"/>
          <a:ext cx="0" cy="0"/>
          <a:chOff x="0" y="0"/>
          <a:chExt cx="0" cy="0"/>
        </a:xfrm>
      </p:grpSpPr>
      <p:sp>
        <p:nvSpPr>
          <p:cNvPr id="16" name="object 16">
            <a:extLst>
              <a:ext uri="{FF2B5EF4-FFF2-40B4-BE49-F238E27FC236}">
                <a16:creationId xmlns:a16="http://schemas.microsoft.com/office/drawing/2014/main" id="{70E253C1-A61C-23CF-C12A-DE7B1703D7F6}"/>
              </a:ext>
            </a:extLst>
          </p:cNvPr>
          <p:cNvSpPr txBox="1">
            <a:spLocks noGrp="1"/>
          </p:cNvSpPr>
          <p:nvPr>
            <p:ph type="title"/>
          </p:nvPr>
        </p:nvSpPr>
        <p:spPr>
          <a:xfrm>
            <a:off x="685800" y="408883"/>
            <a:ext cx="10994410" cy="397545"/>
          </a:xfrm>
          <a:prstGeom prst="rect">
            <a:avLst/>
          </a:prstGeom>
        </p:spPr>
        <p:txBody>
          <a:bodyPr vert="horz" wrap="square" lIns="0" tIns="12700" rIns="0" bIns="0" rtlCol="0">
            <a:spAutoFit/>
          </a:bodyPr>
          <a:lstStyle/>
          <a:p>
            <a:pPr marL="12700" algn="l">
              <a:lnSpc>
                <a:spcPct val="100000"/>
              </a:lnSpc>
              <a:spcBef>
                <a:spcPts val="100"/>
              </a:spcBef>
            </a:pPr>
            <a:r>
              <a:rPr lang="en-US" sz="2500" dirty="0"/>
              <a:t>Learning outcome #4.a.4</a:t>
            </a:r>
            <a:endParaRPr sz="2500" b="0" i="1" dirty="0">
              <a:latin typeface="+mj-lt"/>
              <a:cs typeface="Lucida Sans"/>
            </a:endParaRPr>
          </a:p>
        </p:txBody>
      </p:sp>
      <p:pic>
        <p:nvPicPr>
          <p:cNvPr id="83" name="Gráfico 82">
            <a:extLst>
              <a:ext uri="{FF2B5EF4-FFF2-40B4-BE49-F238E27FC236}">
                <a16:creationId xmlns:a16="http://schemas.microsoft.com/office/drawing/2014/main" id="{462AE57D-94DE-EDE2-50AA-4AE806C82450}"/>
              </a:ext>
            </a:extLst>
          </p:cNvPr>
          <p:cNvPicPr>
            <a:picLocks noChangeAspect="1"/>
          </p:cNvPicPr>
          <p:nvPr/>
        </p:nvPicPr>
        <p:blipFill>
          <a:blip>
            <a:extLst>
              <a:ext uri="{96DAC541-7B7A-43D3-8B79-37D633B846F1}">
                <asvg:svgBlip xmlns:asvg="http://schemas.microsoft.com/office/drawing/2016/SVG/main" r:embed="rId3"/>
              </a:ext>
            </a:extLst>
          </a:blip>
          <a:stretch>
            <a:fillRect/>
          </a:stretch>
        </p:blipFill>
        <p:spPr>
          <a:xfrm>
            <a:off x="5045006" y="6356057"/>
            <a:ext cx="6409575" cy="363174"/>
          </a:xfrm>
          <a:prstGeom prst="rect">
            <a:avLst/>
          </a:prstGeom>
        </p:spPr>
      </p:pic>
      <p:sp>
        <p:nvSpPr>
          <p:cNvPr id="84" name="Marcador de número de diapositiva 83">
            <a:extLst>
              <a:ext uri="{FF2B5EF4-FFF2-40B4-BE49-F238E27FC236}">
                <a16:creationId xmlns:a16="http://schemas.microsoft.com/office/drawing/2014/main" id="{011D29FF-983A-6675-66C1-5A3540AC40C0}"/>
              </a:ext>
            </a:extLst>
          </p:cNvPr>
          <p:cNvSpPr>
            <a:spLocks noGrp="1"/>
          </p:cNvSpPr>
          <p:nvPr>
            <p:ph type="sldNum" sz="quarter" idx="7"/>
          </p:nvPr>
        </p:nvSpPr>
        <p:spPr/>
        <p:txBody>
          <a:bodyPr/>
          <a:lstStyle/>
          <a:p>
            <a:fld id="{B6F15528-21DE-4FAA-801E-634DDDAF4B2B}" type="slidenum">
              <a:rPr lang="es-ES" smtClean="0"/>
              <a:t>19</a:t>
            </a:fld>
            <a:endParaRPr lang="es-ES"/>
          </a:p>
        </p:txBody>
      </p:sp>
      <p:sp>
        <p:nvSpPr>
          <p:cNvPr id="3" name="Marcador de pie de página 2">
            <a:extLst>
              <a:ext uri="{FF2B5EF4-FFF2-40B4-BE49-F238E27FC236}">
                <a16:creationId xmlns:a16="http://schemas.microsoft.com/office/drawing/2014/main" id="{50ABA330-2467-145A-77B7-A2EDA20E5E5A}"/>
              </a:ext>
            </a:extLst>
          </p:cNvPr>
          <p:cNvSpPr>
            <a:spLocks noGrp="1"/>
          </p:cNvSpPr>
          <p:nvPr>
            <p:ph type="ftr" sz="quarter" idx="5"/>
          </p:nvPr>
        </p:nvSpPr>
        <p:spPr/>
        <p:txBody>
          <a:bodyPr/>
          <a:lstStyle/>
          <a:p>
            <a:pPr marL="12700">
              <a:spcBef>
                <a:spcPts val="15"/>
              </a:spcBef>
            </a:pPr>
            <a:r>
              <a:rPr lang="es-ES" spc="-5"/>
              <a:t>LAB 4.0. LAYOUT</a:t>
            </a:r>
            <a:endParaRPr lang="es-ES" spc="-5" dirty="0"/>
          </a:p>
        </p:txBody>
      </p:sp>
      <p:sp>
        <p:nvSpPr>
          <p:cNvPr id="8" name="Rectángulo 7">
            <a:extLst>
              <a:ext uri="{FF2B5EF4-FFF2-40B4-BE49-F238E27FC236}">
                <a16:creationId xmlns:a16="http://schemas.microsoft.com/office/drawing/2014/main" id="{A617280E-48EB-E36C-8956-8A6065236E90}"/>
              </a:ext>
            </a:extLst>
          </p:cNvPr>
          <p:cNvSpPr/>
          <p:nvPr/>
        </p:nvSpPr>
        <p:spPr>
          <a:xfrm>
            <a:off x="685800" y="990285"/>
            <a:ext cx="11201399" cy="5181600"/>
          </a:xfrm>
          <a:prstGeom prst="rect">
            <a:avLst/>
          </a:prstGeom>
          <a:noFill/>
          <a:ln w="28575">
            <a:solidFill>
              <a:srgbClr val="E0700D"/>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4" name="Imagen 3">
            <a:extLst>
              <a:ext uri="{FF2B5EF4-FFF2-40B4-BE49-F238E27FC236}">
                <a16:creationId xmlns:a16="http://schemas.microsoft.com/office/drawing/2014/main" id="{A0256B59-2DBB-4292-1D95-797F42D4375E}"/>
              </a:ext>
            </a:extLst>
          </p:cNvPr>
          <p:cNvPicPr>
            <a:picLocks noChangeAspect="1"/>
          </p:cNvPicPr>
          <p:nvPr/>
        </p:nvPicPr>
        <p:blipFill>
          <a:blip r:embed="rId4"/>
          <a:stretch>
            <a:fillRect/>
          </a:stretch>
        </p:blipFill>
        <p:spPr>
          <a:xfrm>
            <a:off x="838200" y="1849985"/>
            <a:ext cx="4794662" cy="3619500"/>
          </a:xfrm>
          <a:prstGeom prst="rect">
            <a:avLst/>
          </a:prstGeom>
        </p:spPr>
      </p:pic>
      <p:pic>
        <p:nvPicPr>
          <p:cNvPr id="7" name="Imagen 6">
            <a:extLst>
              <a:ext uri="{FF2B5EF4-FFF2-40B4-BE49-F238E27FC236}">
                <a16:creationId xmlns:a16="http://schemas.microsoft.com/office/drawing/2014/main" id="{E36D53E2-3D0E-5CDB-370A-C93C286396F9}"/>
              </a:ext>
            </a:extLst>
          </p:cNvPr>
          <p:cNvPicPr>
            <a:picLocks noChangeAspect="1"/>
          </p:cNvPicPr>
          <p:nvPr/>
        </p:nvPicPr>
        <p:blipFill>
          <a:blip r:embed="rId5"/>
          <a:stretch>
            <a:fillRect/>
          </a:stretch>
        </p:blipFill>
        <p:spPr>
          <a:xfrm>
            <a:off x="6559140" y="1849985"/>
            <a:ext cx="4693722" cy="3543300"/>
          </a:xfrm>
          <a:prstGeom prst="rect">
            <a:avLst/>
          </a:prstGeom>
        </p:spPr>
      </p:pic>
    </p:spTree>
    <p:extLst>
      <p:ext uri="{BB962C8B-B14F-4D97-AF65-F5344CB8AC3E}">
        <p14:creationId xmlns:p14="http://schemas.microsoft.com/office/powerpoint/2010/main" val="717353949"/>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4DCEC10-22DB-A630-6448-088BE7B8F4E1}"/>
            </a:ext>
          </a:extLst>
        </p:cNvPr>
        <p:cNvGrpSpPr/>
        <p:nvPr/>
      </p:nvGrpSpPr>
      <p:grpSpPr>
        <a:xfrm>
          <a:off x="0" y="0"/>
          <a:ext cx="0" cy="0"/>
          <a:chOff x="0" y="0"/>
          <a:chExt cx="0" cy="0"/>
        </a:xfrm>
      </p:grpSpPr>
      <p:sp>
        <p:nvSpPr>
          <p:cNvPr id="16" name="object 16">
            <a:extLst>
              <a:ext uri="{FF2B5EF4-FFF2-40B4-BE49-F238E27FC236}">
                <a16:creationId xmlns:a16="http://schemas.microsoft.com/office/drawing/2014/main" id="{FA4CF438-6C4B-1D0E-71C5-6CDCD9AACB73}"/>
              </a:ext>
            </a:extLst>
          </p:cNvPr>
          <p:cNvSpPr txBox="1">
            <a:spLocks noGrp="1"/>
          </p:cNvSpPr>
          <p:nvPr>
            <p:ph type="title"/>
          </p:nvPr>
        </p:nvSpPr>
        <p:spPr>
          <a:xfrm>
            <a:off x="685800" y="408883"/>
            <a:ext cx="10994410" cy="397545"/>
          </a:xfrm>
          <a:prstGeom prst="rect">
            <a:avLst/>
          </a:prstGeom>
        </p:spPr>
        <p:txBody>
          <a:bodyPr vert="horz" wrap="square" lIns="0" tIns="12700" rIns="0" bIns="0" rtlCol="0">
            <a:spAutoFit/>
          </a:bodyPr>
          <a:lstStyle/>
          <a:p>
            <a:pPr marL="12700" algn="l">
              <a:lnSpc>
                <a:spcPct val="100000"/>
              </a:lnSpc>
              <a:spcBef>
                <a:spcPts val="100"/>
              </a:spcBef>
            </a:pPr>
            <a:r>
              <a:rPr lang="en-US" sz="2500" dirty="0"/>
              <a:t>Learning outcome #4.b.1</a:t>
            </a:r>
            <a:endParaRPr sz="2500" b="0" i="1" dirty="0">
              <a:latin typeface="+mj-lt"/>
              <a:cs typeface="Lucida Sans"/>
            </a:endParaRPr>
          </a:p>
        </p:txBody>
      </p:sp>
      <p:pic>
        <p:nvPicPr>
          <p:cNvPr id="83" name="Gráfico 82">
            <a:extLst>
              <a:ext uri="{FF2B5EF4-FFF2-40B4-BE49-F238E27FC236}">
                <a16:creationId xmlns:a16="http://schemas.microsoft.com/office/drawing/2014/main" id="{4BB39E5F-8438-2877-7FC3-2E44296D9ABD}"/>
              </a:ext>
            </a:extLst>
          </p:cNvPr>
          <p:cNvPicPr>
            <a:picLocks noChangeAspect="1"/>
          </p:cNvPicPr>
          <p:nvPr/>
        </p:nvPicPr>
        <p:blipFill>
          <a:blip>
            <a:extLst>
              <a:ext uri="{96DAC541-7B7A-43D3-8B79-37D633B846F1}">
                <asvg:svgBlip xmlns:asvg="http://schemas.microsoft.com/office/drawing/2016/SVG/main" r:embed="rId3"/>
              </a:ext>
            </a:extLst>
          </a:blip>
          <a:stretch>
            <a:fillRect/>
          </a:stretch>
        </p:blipFill>
        <p:spPr>
          <a:xfrm>
            <a:off x="5045006" y="6356057"/>
            <a:ext cx="6409575" cy="363174"/>
          </a:xfrm>
          <a:prstGeom prst="rect">
            <a:avLst/>
          </a:prstGeom>
        </p:spPr>
      </p:pic>
      <p:sp>
        <p:nvSpPr>
          <p:cNvPr id="84" name="Marcador de número de diapositiva 83">
            <a:extLst>
              <a:ext uri="{FF2B5EF4-FFF2-40B4-BE49-F238E27FC236}">
                <a16:creationId xmlns:a16="http://schemas.microsoft.com/office/drawing/2014/main" id="{6C475277-F063-95AD-DF91-9702C48FE0AA}"/>
              </a:ext>
            </a:extLst>
          </p:cNvPr>
          <p:cNvSpPr>
            <a:spLocks noGrp="1"/>
          </p:cNvSpPr>
          <p:nvPr>
            <p:ph type="sldNum" sz="quarter" idx="7"/>
          </p:nvPr>
        </p:nvSpPr>
        <p:spPr/>
        <p:txBody>
          <a:bodyPr/>
          <a:lstStyle/>
          <a:p>
            <a:fld id="{B6F15528-21DE-4FAA-801E-634DDDAF4B2B}" type="slidenum">
              <a:rPr lang="es-ES" smtClean="0"/>
              <a:t>20</a:t>
            </a:fld>
            <a:endParaRPr lang="es-ES"/>
          </a:p>
        </p:txBody>
      </p:sp>
      <p:sp>
        <p:nvSpPr>
          <p:cNvPr id="3" name="Marcador de pie de página 2">
            <a:extLst>
              <a:ext uri="{FF2B5EF4-FFF2-40B4-BE49-F238E27FC236}">
                <a16:creationId xmlns:a16="http://schemas.microsoft.com/office/drawing/2014/main" id="{60818207-4C28-BE46-4F52-0866806C9345}"/>
              </a:ext>
            </a:extLst>
          </p:cNvPr>
          <p:cNvSpPr>
            <a:spLocks noGrp="1"/>
          </p:cNvSpPr>
          <p:nvPr>
            <p:ph type="ftr" sz="quarter" idx="5"/>
          </p:nvPr>
        </p:nvSpPr>
        <p:spPr/>
        <p:txBody>
          <a:bodyPr/>
          <a:lstStyle/>
          <a:p>
            <a:pPr marL="12700">
              <a:spcBef>
                <a:spcPts val="15"/>
              </a:spcBef>
            </a:pPr>
            <a:r>
              <a:rPr lang="es-ES" spc="-5"/>
              <a:t>LAB 4.0. LAYOUT</a:t>
            </a:r>
            <a:endParaRPr lang="es-ES" spc="-5" dirty="0"/>
          </a:p>
        </p:txBody>
      </p:sp>
      <p:sp>
        <p:nvSpPr>
          <p:cNvPr id="8" name="Rectángulo 7">
            <a:extLst>
              <a:ext uri="{FF2B5EF4-FFF2-40B4-BE49-F238E27FC236}">
                <a16:creationId xmlns:a16="http://schemas.microsoft.com/office/drawing/2014/main" id="{3B8F2478-C1E6-27A1-53AF-F8252F58E2DD}"/>
              </a:ext>
            </a:extLst>
          </p:cNvPr>
          <p:cNvSpPr/>
          <p:nvPr/>
        </p:nvSpPr>
        <p:spPr>
          <a:xfrm>
            <a:off x="685800" y="990285"/>
            <a:ext cx="11201399" cy="5181600"/>
          </a:xfrm>
          <a:prstGeom prst="rect">
            <a:avLst/>
          </a:prstGeom>
          <a:noFill/>
          <a:ln w="28575">
            <a:solidFill>
              <a:srgbClr val="E0700D"/>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5" name="Imagen 4">
            <a:extLst>
              <a:ext uri="{FF2B5EF4-FFF2-40B4-BE49-F238E27FC236}">
                <a16:creationId xmlns:a16="http://schemas.microsoft.com/office/drawing/2014/main" id="{36F1E1B3-E612-BAFF-047D-5F784BA7F2B6}"/>
              </a:ext>
            </a:extLst>
          </p:cNvPr>
          <p:cNvPicPr>
            <a:picLocks noChangeAspect="1"/>
          </p:cNvPicPr>
          <p:nvPr/>
        </p:nvPicPr>
        <p:blipFill>
          <a:blip r:embed="rId4"/>
          <a:stretch>
            <a:fillRect/>
          </a:stretch>
        </p:blipFill>
        <p:spPr>
          <a:xfrm>
            <a:off x="3143497" y="1200150"/>
            <a:ext cx="5905005" cy="4457700"/>
          </a:xfrm>
          <a:prstGeom prst="rect">
            <a:avLst/>
          </a:prstGeom>
        </p:spPr>
      </p:pic>
    </p:spTree>
    <p:extLst>
      <p:ext uri="{BB962C8B-B14F-4D97-AF65-F5344CB8AC3E}">
        <p14:creationId xmlns:p14="http://schemas.microsoft.com/office/powerpoint/2010/main" val="536649315"/>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48646DD-D62A-9F02-5C16-F936610314C6}"/>
            </a:ext>
          </a:extLst>
        </p:cNvPr>
        <p:cNvGrpSpPr/>
        <p:nvPr/>
      </p:nvGrpSpPr>
      <p:grpSpPr>
        <a:xfrm>
          <a:off x="0" y="0"/>
          <a:ext cx="0" cy="0"/>
          <a:chOff x="0" y="0"/>
          <a:chExt cx="0" cy="0"/>
        </a:xfrm>
      </p:grpSpPr>
      <p:sp>
        <p:nvSpPr>
          <p:cNvPr id="16" name="object 16">
            <a:extLst>
              <a:ext uri="{FF2B5EF4-FFF2-40B4-BE49-F238E27FC236}">
                <a16:creationId xmlns:a16="http://schemas.microsoft.com/office/drawing/2014/main" id="{61D7E7F0-1D21-FC58-02EE-69DFF1C9B72B}"/>
              </a:ext>
            </a:extLst>
          </p:cNvPr>
          <p:cNvSpPr txBox="1">
            <a:spLocks noGrp="1"/>
          </p:cNvSpPr>
          <p:nvPr>
            <p:ph type="title"/>
          </p:nvPr>
        </p:nvSpPr>
        <p:spPr>
          <a:xfrm>
            <a:off x="685800" y="408883"/>
            <a:ext cx="10994410" cy="397545"/>
          </a:xfrm>
          <a:prstGeom prst="rect">
            <a:avLst/>
          </a:prstGeom>
        </p:spPr>
        <p:txBody>
          <a:bodyPr vert="horz" wrap="square" lIns="0" tIns="12700" rIns="0" bIns="0" rtlCol="0">
            <a:spAutoFit/>
          </a:bodyPr>
          <a:lstStyle/>
          <a:p>
            <a:pPr marL="12700" algn="l">
              <a:lnSpc>
                <a:spcPct val="100000"/>
              </a:lnSpc>
              <a:spcBef>
                <a:spcPts val="100"/>
              </a:spcBef>
            </a:pPr>
            <a:r>
              <a:rPr lang="en-US" sz="2500" dirty="0"/>
              <a:t>Learning outcome #4.b.2</a:t>
            </a:r>
            <a:endParaRPr sz="2500" b="0" i="1" dirty="0">
              <a:latin typeface="+mj-lt"/>
              <a:cs typeface="Lucida Sans"/>
            </a:endParaRPr>
          </a:p>
        </p:txBody>
      </p:sp>
      <p:pic>
        <p:nvPicPr>
          <p:cNvPr id="83" name="Gráfico 82">
            <a:extLst>
              <a:ext uri="{FF2B5EF4-FFF2-40B4-BE49-F238E27FC236}">
                <a16:creationId xmlns:a16="http://schemas.microsoft.com/office/drawing/2014/main" id="{37251015-4EDF-37A3-EC45-2DD4E68CC9CC}"/>
              </a:ext>
            </a:extLst>
          </p:cNvPr>
          <p:cNvPicPr>
            <a:picLocks noChangeAspect="1"/>
          </p:cNvPicPr>
          <p:nvPr/>
        </p:nvPicPr>
        <p:blipFill>
          <a:blip>
            <a:extLst>
              <a:ext uri="{96DAC541-7B7A-43D3-8B79-37D633B846F1}">
                <asvg:svgBlip xmlns:asvg="http://schemas.microsoft.com/office/drawing/2016/SVG/main" r:embed="rId3"/>
              </a:ext>
            </a:extLst>
          </a:blip>
          <a:stretch>
            <a:fillRect/>
          </a:stretch>
        </p:blipFill>
        <p:spPr>
          <a:xfrm>
            <a:off x="5045006" y="6356057"/>
            <a:ext cx="6409575" cy="363174"/>
          </a:xfrm>
          <a:prstGeom prst="rect">
            <a:avLst/>
          </a:prstGeom>
        </p:spPr>
      </p:pic>
      <p:sp>
        <p:nvSpPr>
          <p:cNvPr id="84" name="Marcador de número de diapositiva 83">
            <a:extLst>
              <a:ext uri="{FF2B5EF4-FFF2-40B4-BE49-F238E27FC236}">
                <a16:creationId xmlns:a16="http://schemas.microsoft.com/office/drawing/2014/main" id="{6D4EF3EA-923B-9671-5903-E1199AC3D980}"/>
              </a:ext>
            </a:extLst>
          </p:cNvPr>
          <p:cNvSpPr>
            <a:spLocks noGrp="1"/>
          </p:cNvSpPr>
          <p:nvPr>
            <p:ph type="sldNum" sz="quarter" idx="7"/>
          </p:nvPr>
        </p:nvSpPr>
        <p:spPr/>
        <p:txBody>
          <a:bodyPr/>
          <a:lstStyle/>
          <a:p>
            <a:fld id="{B6F15528-21DE-4FAA-801E-634DDDAF4B2B}" type="slidenum">
              <a:rPr lang="es-ES" smtClean="0"/>
              <a:t>21</a:t>
            </a:fld>
            <a:endParaRPr lang="es-ES"/>
          </a:p>
        </p:txBody>
      </p:sp>
      <p:sp>
        <p:nvSpPr>
          <p:cNvPr id="3" name="Marcador de pie de página 2">
            <a:extLst>
              <a:ext uri="{FF2B5EF4-FFF2-40B4-BE49-F238E27FC236}">
                <a16:creationId xmlns:a16="http://schemas.microsoft.com/office/drawing/2014/main" id="{B5035693-89F0-A5DB-B850-89E2F404B6FC}"/>
              </a:ext>
            </a:extLst>
          </p:cNvPr>
          <p:cNvSpPr>
            <a:spLocks noGrp="1"/>
          </p:cNvSpPr>
          <p:nvPr>
            <p:ph type="ftr" sz="quarter" idx="5"/>
          </p:nvPr>
        </p:nvSpPr>
        <p:spPr/>
        <p:txBody>
          <a:bodyPr/>
          <a:lstStyle/>
          <a:p>
            <a:pPr marL="12700">
              <a:spcBef>
                <a:spcPts val="15"/>
              </a:spcBef>
            </a:pPr>
            <a:r>
              <a:rPr lang="es-ES" spc="-5"/>
              <a:t>LAB 4.0. LAYOUT</a:t>
            </a:r>
            <a:endParaRPr lang="es-ES" spc="-5" dirty="0"/>
          </a:p>
        </p:txBody>
      </p:sp>
      <p:sp>
        <p:nvSpPr>
          <p:cNvPr id="8" name="Rectángulo 7">
            <a:extLst>
              <a:ext uri="{FF2B5EF4-FFF2-40B4-BE49-F238E27FC236}">
                <a16:creationId xmlns:a16="http://schemas.microsoft.com/office/drawing/2014/main" id="{3B05A6B8-BF92-C647-C9BD-5035F6E0C5C4}"/>
              </a:ext>
            </a:extLst>
          </p:cNvPr>
          <p:cNvSpPr/>
          <p:nvPr/>
        </p:nvSpPr>
        <p:spPr>
          <a:xfrm>
            <a:off x="685800" y="990285"/>
            <a:ext cx="11201399" cy="5181600"/>
          </a:xfrm>
          <a:prstGeom prst="rect">
            <a:avLst/>
          </a:prstGeom>
          <a:noFill/>
          <a:ln w="28575">
            <a:solidFill>
              <a:srgbClr val="E0700D"/>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4" name="Imagen 3">
            <a:extLst>
              <a:ext uri="{FF2B5EF4-FFF2-40B4-BE49-F238E27FC236}">
                <a16:creationId xmlns:a16="http://schemas.microsoft.com/office/drawing/2014/main" id="{C10AB3EA-80D6-411F-C884-C728699794ED}"/>
              </a:ext>
            </a:extLst>
          </p:cNvPr>
          <p:cNvPicPr>
            <a:picLocks noChangeAspect="1"/>
          </p:cNvPicPr>
          <p:nvPr/>
        </p:nvPicPr>
        <p:blipFill>
          <a:blip r:embed="rId4"/>
          <a:stretch>
            <a:fillRect/>
          </a:stretch>
        </p:blipFill>
        <p:spPr>
          <a:xfrm>
            <a:off x="3283526" y="1162050"/>
            <a:ext cx="6005945" cy="4533900"/>
          </a:xfrm>
          <a:prstGeom prst="rect">
            <a:avLst/>
          </a:prstGeom>
        </p:spPr>
      </p:pic>
    </p:spTree>
    <p:extLst>
      <p:ext uri="{BB962C8B-B14F-4D97-AF65-F5344CB8AC3E}">
        <p14:creationId xmlns:p14="http://schemas.microsoft.com/office/powerpoint/2010/main" val="1460028079"/>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1AB9358-FED9-7D79-8496-8454A6A4307F}"/>
            </a:ext>
          </a:extLst>
        </p:cNvPr>
        <p:cNvGrpSpPr/>
        <p:nvPr/>
      </p:nvGrpSpPr>
      <p:grpSpPr>
        <a:xfrm>
          <a:off x="0" y="0"/>
          <a:ext cx="0" cy="0"/>
          <a:chOff x="0" y="0"/>
          <a:chExt cx="0" cy="0"/>
        </a:xfrm>
      </p:grpSpPr>
      <p:sp>
        <p:nvSpPr>
          <p:cNvPr id="16" name="object 16">
            <a:extLst>
              <a:ext uri="{FF2B5EF4-FFF2-40B4-BE49-F238E27FC236}">
                <a16:creationId xmlns:a16="http://schemas.microsoft.com/office/drawing/2014/main" id="{F1A15C45-9CB5-D233-D9F4-50ECCA3532DE}"/>
              </a:ext>
            </a:extLst>
          </p:cNvPr>
          <p:cNvSpPr txBox="1">
            <a:spLocks noGrp="1"/>
          </p:cNvSpPr>
          <p:nvPr>
            <p:ph type="title"/>
          </p:nvPr>
        </p:nvSpPr>
        <p:spPr>
          <a:xfrm>
            <a:off x="685800" y="408883"/>
            <a:ext cx="10994410" cy="397545"/>
          </a:xfrm>
          <a:prstGeom prst="rect">
            <a:avLst/>
          </a:prstGeom>
        </p:spPr>
        <p:txBody>
          <a:bodyPr vert="horz" wrap="square" lIns="0" tIns="12700" rIns="0" bIns="0" rtlCol="0">
            <a:spAutoFit/>
          </a:bodyPr>
          <a:lstStyle/>
          <a:p>
            <a:pPr marL="12700" algn="l">
              <a:lnSpc>
                <a:spcPct val="100000"/>
              </a:lnSpc>
              <a:spcBef>
                <a:spcPts val="100"/>
              </a:spcBef>
            </a:pPr>
            <a:r>
              <a:rPr lang="en-US" sz="2500" dirty="0"/>
              <a:t>Learning outcome #4.b.3</a:t>
            </a:r>
            <a:endParaRPr sz="2500" b="0" i="1" dirty="0">
              <a:latin typeface="+mj-lt"/>
              <a:cs typeface="Lucida Sans"/>
            </a:endParaRPr>
          </a:p>
        </p:txBody>
      </p:sp>
      <p:pic>
        <p:nvPicPr>
          <p:cNvPr id="83" name="Gráfico 82">
            <a:extLst>
              <a:ext uri="{FF2B5EF4-FFF2-40B4-BE49-F238E27FC236}">
                <a16:creationId xmlns:a16="http://schemas.microsoft.com/office/drawing/2014/main" id="{C88800AC-CE95-CFBF-435B-657C949B91A3}"/>
              </a:ext>
            </a:extLst>
          </p:cNvPr>
          <p:cNvPicPr>
            <a:picLocks noChangeAspect="1"/>
          </p:cNvPicPr>
          <p:nvPr/>
        </p:nvPicPr>
        <p:blipFill>
          <a:blip>
            <a:extLst>
              <a:ext uri="{96DAC541-7B7A-43D3-8B79-37D633B846F1}">
                <asvg:svgBlip xmlns:asvg="http://schemas.microsoft.com/office/drawing/2016/SVG/main" r:embed="rId3"/>
              </a:ext>
            </a:extLst>
          </a:blip>
          <a:stretch>
            <a:fillRect/>
          </a:stretch>
        </p:blipFill>
        <p:spPr>
          <a:xfrm>
            <a:off x="5045006" y="6356057"/>
            <a:ext cx="6409575" cy="363174"/>
          </a:xfrm>
          <a:prstGeom prst="rect">
            <a:avLst/>
          </a:prstGeom>
        </p:spPr>
      </p:pic>
      <p:sp>
        <p:nvSpPr>
          <p:cNvPr id="84" name="Marcador de número de diapositiva 83">
            <a:extLst>
              <a:ext uri="{FF2B5EF4-FFF2-40B4-BE49-F238E27FC236}">
                <a16:creationId xmlns:a16="http://schemas.microsoft.com/office/drawing/2014/main" id="{DEEBFFB7-1BC7-4C2B-6C0C-633FBDB26263}"/>
              </a:ext>
            </a:extLst>
          </p:cNvPr>
          <p:cNvSpPr>
            <a:spLocks noGrp="1"/>
          </p:cNvSpPr>
          <p:nvPr>
            <p:ph type="sldNum" sz="quarter" idx="7"/>
          </p:nvPr>
        </p:nvSpPr>
        <p:spPr/>
        <p:txBody>
          <a:bodyPr/>
          <a:lstStyle/>
          <a:p>
            <a:fld id="{B6F15528-21DE-4FAA-801E-634DDDAF4B2B}" type="slidenum">
              <a:rPr lang="es-ES" smtClean="0"/>
              <a:t>22</a:t>
            </a:fld>
            <a:endParaRPr lang="es-ES"/>
          </a:p>
        </p:txBody>
      </p:sp>
      <p:sp>
        <p:nvSpPr>
          <p:cNvPr id="3" name="Marcador de pie de página 2">
            <a:extLst>
              <a:ext uri="{FF2B5EF4-FFF2-40B4-BE49-F238E27FC236}">
                <a16:creationId xmlns:a16="http://schemas.microsoft.com/office/drawing/2014/main" id="{8108F205-32FA-D624-AF71-3368C1A4C29A}"/>
              </a:ext>
            </a:extLst>
          </p:cNvPr>
          <p:cNvSpPr>
            <a:spLocks noGrp="1"/>
          </p:cNvSpPr>
          <p:nvPr>
            <p:ph type="ftr" sz="quarter" idx="5"/>
          </p:nvPr>
        </p:nvSpPr>
        <p:spPr/>
        <p:txBody>
          <a:bodyPr/>
          <a:lstStyle/>
          <a:p>
            <a:pPr marL="12700">
              <a:spcBef>
                <a:spcPts val="15"/>
              </a:spcBef>
            </a:pPr>
            <a:r>
              <a:rPr lang="es-ES" spc="-5"/>
              <a:t>LAB 4.0. LAYOUT</a:t>
            </a:r>
            <a:endParaRPr lang="es-ES" spc="-5" dirty="0"/>
          </a:p>
        </p:txBody>
      </p:sp>
      <p:sp>
        <p:nvSpPr>
          <p:cNvPr id="8" name="Rectángulo 7">
            <a:extLst>
              <a:ext uri="{FF2B5EF4-FFF2-40B4-BE49-F238E27FC236}">
                <a16:creationId xmlns:a16="http://schemas.microsoft.com/office/drawing/2014/main" id="{A8BB2FC4-1939-85DE-4C6B-DC28114356D8}"/>
              </a:ext>
            </a:extLst>
          </p:cNvPr>
          <p:cNvSpPr/>
          <p:nvPr/>
        </p:nvSpPr>
        <p:spPr>
          <a:xfrm>
            <a:off x="685800" y="990285"/>
            <a:ext cx="11201399" cy="5181600"/>
          </a:xfrm>
          <a:prstGeom prst="rect">
            <a:avLst/>
          </a:prstGeom>
          <a:noFill/>
          <a:ln w="28575">
            <a:solidFill>
              <a:srgbClr val="E0700D"/>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5" name="Imagen 4">
            <a:extLst>
              <a:ext uri="{FF2B5EF4-FFF2-40B4-BE49-F238E27FC236}">
                <a16:creationId xmlns:a16="http://schemas.microsoft.com/office/drawing/2014/main" id="{EE40B933-EFC9-0E4A-7671-36B3290BED97}"/>
              </a:ext>
            </a:extLst>
          </p:cNvPr>
          <p:cNvPicPr>
            <a:picLocks noChangeAspect="1"/>
          </p:cNvPicPr>
          <p:nvPr/>
        </p:nvPicPr>
        <p:blipFill>
          <a:blip r:embed="rId4"/>
          <a:stretch>
            <a:fillRect/>
          </a:stretch>
        </p:blipFill>
        <p:spPr>
          <a:xfrm>
            <a:off x="2868305" y="1012483"/>
            <a:ext cx="6629400" cy="5004547"/>
          </a:xfrm>
          <a:prstGeom prst="rect">
            <a:avLst/>
          </a:prstGeom>
        </p:spPr>
      </p:pic>
    </p:spTree>
    <p:extLst>
      <p:ext uri="{BB962C8B-B14F-4D97-AF65-F5344CB8AC3E}">
        <p14:creationId xmlns:p14="http://schemas.microsoft.com/office/powerpoint/2010/main" val="3315083933"/>
      </p:ext>
    </p:extLst>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FAC7C94-7A2C-6065-DFC4-C9F3D0C282CA}"/>
            </a:ext>
          </a:extLst>
        </p:cNvPr>
        <p:cNvGrpSpPr/>
        <p:nvPr/>
      </p:nvGrpSpPr>
      <p:grpSpPr>
        <a:xfrm>
          <a:off x="0" y="0"/>
          <a:ext cx="0" cy="0"/>
          <a:chOff x="0" y="0"/>
          <a:chExt cx="0" cy="0"/>
        </a:xfrm>
      </p:grpSpPr>
      <p:sp>
        <p:nvSpPr>
          <p:cNvPr id="16" name="object 16">
            <a:extLst>
              <a:ext uri="{FF2B5EF4-FFF2-40B4-BE49-F238E27FC236}">
                <a16:creationId xmlns:a16="http://schemas.microsoft.com/office/drawing/2014/main" id="{1CC67128-ED30-4C02-6C10-FA019EA399AF}"/>
              </a:ext>
            </a:extLst>
          </p:cNvPr>
          <p:cNvSpPr txBox="1">
            <a:spLocks noGrp="1"/>
          </p:cNvSpPr>
          <p:nvPr>
            <p:ph type="title"/>
          </p:nvPr>
        </p:nvSpPr>
        <p:spPr>
          <a:xfrm>
            <a:off x="685800" y="408883"/>
            <a:ext cx="10994410" cy="397545"/>
          </a:xfrm>
          <a:prstGeom prst="rect">
            <a:avLst/>
          </a:prstGeom>
        </p:spPr>
        <p:txBody>
          <a:bodyPr vert="horz" wrap="square" lIns="0" tIns="12700" rIns="0" bIns="0" rtlCol="0">
            <a:spAutoFit/>
          </a:bodyPr>
          <a:lstStyle/>
          <a:p>
            <a:pPr marL="12700" algn="l">
              <a:lnSpc>
                <a:spcPct val="100000"/>
              </a:lnSpc>
              <a:spcBef>
                <a:spcPts val="100"/>
              </a:spcBef>
            </a:pPr>
            <a:r>
              <a:rPr lang="en-US" sz="2500" dirty="0"/>
              <a:t>Learning outcome #4.c.1</a:t>
            </a:r>
            <a:endParaRPr sz="2500" b="0" i="1" dirty="0">
              <a:latin typeface="+mj-lt"/>
              <a:cs typeface="Lucida Sans"/>
            </a:endParaRPr>
          </a:p>
        </p:txBody>
      </p:sp>
      <p:pic>
        <p:nvPicPr>
          <p:cNvPr id="83" name="Gráfico 82">
            <a:extLst>
              <a:ext uri="{FF2B5EF4-FFF2-40B4-BE49-F238E27FC236}">
                <a16:creationId xmlns:a16="http://schemas.microsoft.com/office/drawing/2014/main" id="{183B77B1-3704-EFCA-92FE-184DB90BD469}"/>
              </a:ext>
            </a:extLst>
          </p:cNvPr>
          <p:cNvPicPr>
            <a:picLocks noChangeAspect="1"/>
          </p:cNvPicPr>
          <p:nvPr/>
        </p:nvPicPr>
        <p:blipFill>
          <a:blip>
            <a:extLst>
              <a:ext uri="{96DAC541-7B7A-43D3-8B79-37D633B846F1}">
                <asvg:svgBlip xmlns:asvg="http://schemas.microsoft.com/office/drawing/2016/SVG/main" r:embed="rId3"/>
              </a:ext>
            </a:extLst>
          </a:blip>
          <a:stretch>
            <a:fillRect/>
          </a:stretch>
        </p:blipFill>
        <p:spPr>
          <a:xfrm>
            <a:off x="5045006" y="6356057"/>
            <a:ext cx="6409575" cy="363174"/>
          </a:xfrm>
          <a:prstGeom prst="rect">
            <a:avLst/>
          </a:prstGeom>
        </p:spPr>
      </p:pic>
      <p:sp>
        <p:nvSpPr>
          <p:cNvPr id="84" name="Marcador de número de diapositiva 83">
            <a:extLst>
              <a:ext uri="{FF2B5EF4-FFF2-40B4-BE49-F238E27FC236}">
                <a16:creationId xmlns:a16="http://schemas.microsoft.com/office/drawing/2014/main" id="{268F899F-7A18-FE24-C75B-B723B8281C9C}"/>
              </a:ext>
            </a:extLst>
          </p:cNvPr>
          <p:cNvSpPr>
            <a:spLocks noGrp="1"/>
          </p:cNvSpPr>
          <p:nvPr>
            <p:ph type="sldNum" sz="quarter" idx="7"/>
          </p:nvPr>
        </p:nvSpPr>
        <p:spPr/>
        <p:txBody>
          <a:bodyPr/>
          <a:lstStyle/>
          <a:p>
            <a:fld id="{B6F15528-21DE-4FAA-801E-634DDDAF4B2B}" type="slidenum">
              <a:rPr lang="es-ES" smtClean="0"/>
              <a:t>23</a:t>
            </a:fld>
            <a:endParaRPr lang="es-ES"/>
          </a:p>
        </p:txBody>
      </p:sp>
      <p:sp>
        <p:nvSpPr>
          <p:cNvPr id="3" name="Marcador de pie de página 2">
            <a:extLst>
              <a:ext uri="{FF2B5EF4-FFF2-40B4-BE49-F238E27FC236}">
                <a16:creationId xmlns:a16="http://schemas.microsoft.com/office/drawing/2014/main" id="{EF8E3B65-5B52-73BA-3963-34B71DA93627}"/>
              </a:ext>
            </a:extLst>
          </p:cNvPr>
          <p:cNvSpPr>
            <a:spLocks noGrp="1"/>
          </p:cNvSpPr>
          <p:nvPr>
            <p:ph type="ftr" sz="quarter" idx="5"/>
          </p:nvPr>
        </p:nvSpPr>
        <p:spPr/>
        <p:txBody>
          <a:bodyPr/>
          <a:lstStyle/>
          <a:p>
            <a:pPr marL="12700">
              <a:spcBef>
                <a:spcPts val="15"/>
              </a:spcBef>
            </a:pPr>
            <a:r>
              <a:rPr lang="es-ES" spc="-5"/>
              <a:t>LAB 4.0. LAYOUT</a:t>
            </a:r>
            <a:endParaRPr lang="es-ES" spc="-5" dirty="0"/>
          </a:p>
        </p:txBody>
      </p:sp>
      <p:sp>
        <p:nvSpPr>
          <p:cNvPr id="8" name="Rectángulo 7">
            <a:extLst>
              <a:ext uri="{FF2B5EF4-FFF2-40B4-BE49-F238E27FC236}">
                <a16:creationId xmlns:a16="http://schemas.microsoft.com/office/drawing/2014/main" id="{1374E764-3D41-695D-60AA-0895E39C096F}"/>
              </a:ext>
            </a:extLst>
          </p:cNvPr>
          <p:cNvSpPr/>
          <p:nvPr/>
        </p:nvSpPr>
        <p:spPr>
          <a:xfrm>
            <a:off x="685800" y="990285"/>
            <a:ext cx="11201399" cy="5181600"/>
          </a:xfrm>
          <a:prstGeom prst="rect">
            <a:avLst/>
          </a:prstGeom>
          <a:noFill/>
          <a:ln w="28575">
            <a:solidFill>
              <a:srgbClr val="E0700D"/>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4" name="Imagen 3">
            <a:extLst>
              <a:ext uri="{FF2B5EF4-FFF2-40B4-BE49-F238E27FC236}">
                <a16:creationId xmlns:a16="http://schemas.microsoft.com/office/drawing/2014/main" id="{4E5A1A97-B3CD-ED9A-3649-843C55493A7D}"/>
              </a:ext>
            </a:extLst>
          </p:cNvPr>
          <p:cNvPicPr>
            <a:picLocks noChangeAspect="1"/>
          </p:cNvPicPr>
          <p:nvPr/>
        </p:nvPicPr>
        <p:blipFill>
          <a:blip r:embed="rId4"/>
          <a:stretch>
            <a:fillRect/>
          </a:stretch>
        </p:blipFill>
        <p:spPr>
          <a:xfrm>
            <a:off x="2971800" y="1162050"/>
            <a:ext cx="6005945" cy="4533900"/>
          </a:xfrm>
          <a:prstGeom prst="rect">
            <a:avLst/>
          </a:prstGeom>
        </p:spPr>
      </p:pic>
    </p:spTree>
    <p:extLst>
      <p:ext uri="{BB962C8B-B14F-4D97-AF65-F5344CB8AC3E}">
        <p14:creationId xmlns:p14="http://schemas.microsoft.com/office/powerpoint/2010/main" val="1257960555"/>
      </p:ext>
    </p:extLst>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589A588-4338-B2A5-4D0E-9448C4CBA8E7}"/>
            </a:ext>
          </a:extLst>
        </p:cNvPr>
        <p:cNvGrpSpPr/>
        <p:nvPr/>
      </p:nvGrpSpPr>
      <p:grpSpPr>
        <a:xfrm>
          <a:off x="0" y="0"/>
          <a:ext cx="0" cy="0"/>
          <a:chOff x="0" y="0"/>
          <a:chExt cx="0" cy="0"/>
        </a:xfrm>
      </p:grpSpPr>
      <p:sp>
        <p:nvSpPr>
          <p:cNvPr id="16" name="object 16">
            <a:extLst>
              <a:ext uri="{FF2B5EF4-FFF2-40B4-BE49-F238E27FC236}">
                <a16:creationId xmlns:a16="http://schemas.microsoft.com/office/drawing/2014/main" id="{3F34A878-6FBC-2EA0-D6C5-7CABFD6D7AC3}"/>
              </a:ext>
            </a:extLst>
          </p:cNvPr>
          <p:cNvSpPr txBox="1">
            <a:spLocks noGrp="1"/>
          </p:cNvSpPr>
          <p:nvPr>
            <p:ph type="title"/>
          </p:nvPr>
        </p:nvSpPr>
        <p:spPr>
          <a:xfrm>
            <a:off x="685800" y="408883"/>
            <a:ext cx="10994410" cy="397545"/>
          </a:xfrm>
          <a:prstGeom prst="rect">
            <a:avLst/>
          </a:prstGeom>
        </p:spPr>
        <p:txBody>
          <a:bodyPr vert="horz" wrap="square" lIns="0" tIns="12700" rIns="0" bIns="0" rtlCol="0">
            <a:spAutoFit/>
          </a:bodyPr>
          <a:lstStyle/>
          <a:p>
            <a:pPr marL="12700" algn="l">
              <a:lnSpc>
                <a:spcPct val="100000"/>
              </a:lnSpc>
              <a:spcBef>
                <a:spcPts val="100"/>
              </a:spcBef>
            </a:pPr>
            <a:r>
              <a:rPr lang="en-US" sz="2500" dirty="0"/>
              <a:t>Learning outcome #4.c.2</a:t>
            </a:r>
            <a:endParaRPr sz="2500" b="0" i="1" dirty="0">
              <a:latin typeface="+mj-lt"/>
              <a:cs typeface="Lucida Sans"/>
            </a:endParaRPr>
          </a:p>
        </p:txBody>
      </p:sp>
      <p:pic>
        <p:nvPicPr>
          <p:cNvPr id="83" name="Gráfico 82">
            <a:extLst>
              <a:ext uri="{FF2B5EF4-FFF2-40B4-BE49-F238E27FC236}">
                <a16:creationId xmlns:a16="http://schemas.microsoft.com/office/drawing/2014/main" id="{116EA7F5-3897-50C0-2F3D-482BA6946D55}"/>
              </a:ext>
            </a:extLst>
          </p:cNvPr>
          <p:cNvPicPr>
            <a:picLocks noChangeAspect="1"/>
          </p:cNvPicPr>
          <p:nvPr/>
        </p:nvPicPr>
        <p:blipFill>
          <a:blip>
            <a:extLst>
              <a:ext uri="{96DAC541-7B7A-43D3-8B79-37D633B846F1}">
                <asvg:svgBlip xmlns:asvg="http://schemas.microsoft.com/office/drawing/2016/SVG/main" r:embed="rId3"/>
              </a:ext>
            </a:extLst>
          </a:blip>
          <a:stretch>
            <a:fillRect/>
          </a:stretch>
        </p:blipFill>
        <p:spPr>
          <a:xfrm>
            <a:off x="5045006" y="6356057"/>
            <a:ext cx="6409575" cy="363174"/>
          </a:xfrm>
          <a:prstGeom prst="rect">
            <a:avLst/>
          </a:prstGeom>
        </p:spPr>
      </p:pic>
      <p:sp>
        <p:nvSpPr>
          <p:cNvPr id="84" name="Marcador de número de diapositiva 83">
            <a:extLst>
              <a:ext uri="{FF2B5EF4-FFF2-40B4-BE49-F238E27FC236}">
                <a16:creationId xmlns:a16="http://schemas.microsoft.com/office/drawing/2014/main" id="{0356D544-DB70-B470-7C85-22ED0F0CCD6A}"/>
              </a:ext>
            </a:extLst>
          </p:cNvPr>
          <p:cNvSpPr>
            <a:spLocks noGrp="1"/>
          </p:cNvSpPr>
          <p:nvPr>
            <p:ph type="sldNum" sz="quarter" idx="7"/>
          </p:nvPr>
        </p:nvSpPr>
        <p:spPr/>
        <p:txBody>
          <a:bodyPr/>
          <a:lstStyle/>
          <a:p>
            <a:fld id="{B6F15528-21DE-4FAA-801E-634DDDAF4B2B}" type="slidenum">
              <a:rPr lang="es-ES" smtClean="0"/>
              <a:t>24</a:t>
            </a:fld>
            <a:endParaRPr lang="es-ES"/>
          </a:p>
        </p:txBody>
      </p:sp>
      <p:sp>
        <p:nvSpPr>
          <p:cNvPr id="3" name="Marcador de pie de página 2">
            <a:extLst>
              <a:ext uri="{FF2B5EF4-FFF2-40B4-BE49-F238E27FC236}">
                <a16:creationId xmlns:a16="http://schemas.microsoft.com/office/drawing/2014/main" id="{13AF5481-E429-8484-CD40-3402C2F63B07}"/>
              </a:ext>
            </a:extLst>
          </p:cNvPr>
          <p:cNvSpPr>
            <a:spLocks noGrp="1"/>
          </p:cNvSpPr>
          <p:nvPr>
            <p:ph type="ftr" sz="quarter" idx="5"/>
          </p:nvPr>
        </p:nvSpPr>
        <p:spPr/>
        <p:txBody>
          <a:bodyPr/>
          <a:lstStyle/>
          <a:p>
            <a:pPr marL="12700">
              <a:spcBef>
                <a:spcPts val="15"/>
              </a:spcBef>
            </a:pPr>
            <a:r>
              <a:rPr lang="es-ES" spc="-5"/>
              <a:t>LAB 4.0. LAYOUT</a:t>
            </a:r>
            <a:endParaRPr lang="es-ES" spc="-5" dirty="0"/>
          </a:p>
        </p:txBody>
      </p:sp>
      <p:sp>
        <p:nvSpPr>
          <p:cNvPr id="8" name="Rectángulo 7">
            <a:extLst>
              <a:ext uri="{FF2B5EF4-FFF2-40B4-BE49-F238E27FC236}">
                <a16:creationId xmlns:a16="http://schemas.microsoft.com/office/drawing/2014/main" id="{923FD74A-1452-7F44-7CF2-6E9B70D01A1B}"/>
              </a:ext>
            </a:extLst>
          </p:cNvPr>
          <p:cNvSpPr/>
          <p:nvPr/>
        </p:nvSpPr>
        <p:spPr>
          <a:xfrm>
            <a:off x="685800" y="990285"/>
            <a:ext cx="11201399" cy="5181600"/>
          </a:xfrm>
          <a:prstGeom prst="rect">
            <a:avLst/>
          </a:prstGeom>
          <a:noFill/>
          <a:ln w="28575">
            <a:solidFill>
              <a:srgbClr val="E0700D"/>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5" name="Imagen 4">
            <a:extLst>
              <a:ext uri="{FF2B5EF4-FFF2-40B4-BE49-F238E27FC236}">
                <a16:creationId xmlns:a16="http://schemas.microsoft.com/office/drawing/2014/main" id="{712DE3A0-16BE-67CE-003F-244B43DF9F26}"/>
              </a:ext>
            </a:extLst>
          </p:cNvPr>
          <p:cNvPicPr>
            <a:picLocks noChangeAspect="1"/>
          </p:cNvPicPr>
          <p:nvPr/>
        </p:nvPicPr>
        <p:blipFill>
          <a:blip r:embed="rId4"/>
          <a:stretch>
            <a:fillRect/>
          </a:stretch>
        </p:blipFill>
        <p:spPr>
          <a:xfrm>
            <a:off x="3244437" y="1276350"/>
            <a:ext cx="5703125" cy="4305300"/>
          </a:xfrm>
          <a:prstGeom prst="rect">
            <a:avLst/>
          </a:prstGeom>
        </p:spPr>
      </p:pic>
    </p:spTree>
    <p:extLst>
      <p:ext uri="{BB962C8B-B14F-4D97-AF65-F5344CB8AC3E}">
        <p14:creationId xmlns:p14="http://schemas.microsoft.com/office/powerpoint/2010/main" val="3636020525"/>
      </p:ext>
    </p:extLst>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EBA7136-6247-6BB2-5338-FFC88338EF4F}"/>
            </a:ext>
          </a:extLst>
        </p:cNvPr>
        <p:cNvGrpSpPr/>
        <p:nvPr/>
      </p:nvGrpSpPr>
      <p:grpSpPr>
        <a:xfrm>
          <a:off x="0" y="0"/>
          <a:ext cx="0" cy="0"/>
          <a:chOff x="0" y="0"/>
          <a:chExt cx="0" cy="0"/>
        </a:xfrm>
      </p:grpSpPr>
      <p:sp>
        <p:nvSpPr>
          <p:cNvPr id="16" name="object 16">
            <a:extLst>
              <a:ext uri="{FF2B5EF4-FFF2-40B4-BE49-F238E27FC236}">
                <a16:creationId xmlns:a16="http://schemas.microsoft.com/office/drawing/2014/main" id="{3E9089C4-F90A-8C49-823F-C46B633CD7E2}"/>
              </a:ext>
            </a:extLst>
          </p:cNvPr>
          <p:cNvSpPr txBox="1">
            <a:spLocks noGrp="1"/>
          </p:cNvSpPr>
          <p:nvPr>
            <p:ph type="title"/>
          </p:nvPr>
        </p:nvSpPr>
        <p:spPr>
          <a:xfrm>
            <a:off x="685800" y="408883"/>
            <a:ext cx="10994410" cy="397545"/>
          </a:xfrm>
          <a:prstGeom prst="rect">
            <a:avLst/>
          </a:prstGeom>
        </p:spPr>
        <p:txBody>
          <a:bodyPr vert="horz" wrap="square" lIns="0" tIns="12700" rIns="0" bIns="0" rtlCol="0">
            <a:spAutoFit/>
          </a:bodyPr>
          <a:lstStyle/>
          <a:p>
            <a:pPr marL="12700" algn="l">
              <a:lnSpc>
                <a:spcPct val="100000"/>
              </a:lnSpc>
              <a:spcBef>
                <a:spcPts val="100"/>
              </a:spcBef>
            </a:pPr>
            <a:r>
              <a:rPr lang="en-US" sz="2500" dirty="0"/>
              <a:t>Learning outcome #4.c.3</a:t>
            </a:r>
            <a:endParaRPr sz="2500" b="0" i="1" dirty="0">
              <a:latin typeface="+mj-lt"/>
              <a:cs typeface="Lucida Sans"/>
            </a:endParaRPr>
          </a:p>
        </p:txBody>
      </p:sp>
      <p:pic>
        <p:nvPicPr>
          <p:cNvPr id="83" name="Gráfico 82">
            <a:extLst>
              <a:ext uri="{FF2B5EF4-FFF2-40B4-BE49-F238E27FC236}">
                <a16:creationId xmlns:a16="http://schemas.microsoft.com/office/drawing/2014/main" id="{F277AC06-653A-4C6F-466F-61C385C87070}"/>
              </a:ext>
            </a:extLst>
          </p:cNvPr>
          <p:cNvPicPr>
            <a:picLocks noChangeAspect="1"/>
          </p:cNvPicPr>
          <p:nvPr/>
        </p:nvPicPr>
        <p:blipFill>
          <a:blip>
            <a:extLst>
              <a:ext uri="{96DAC541-7B7A-43D3-8B79-37D633B846F1}">
                <asvg:svgBlip xmlns:asvg="http://schemas.microsoft.com/office/drawing/2016/SVG/main" r:embed="rId3"/>
              </a:ext>
            </a:extLst>
          </a:blip>
          <a:stretch>
            <a:fillRect/>
          </a:stretch>
        </p:blipFill>
        <p:spPr>
          <a:xfrm>
            <a:off x="5045006" y="6356057"/>
            <a:ext cx="6409575" cy="363174"/>
          </a:xfrm>
          <a:prstGeom prst="rect">
            <a:avLst/>
          </a:prstGeom>
        </p:spPr>
      </p:pic>
      <p:sp>
        <p:nvSpPr>
          <p:cNvPr id="84" name="Marcador de número de diapositiva 83">
            <a:extLst>
              <a:ext uri="{FF2B5EF4-FFF2-40B4-BE49-F238E27FC236}">
                <a16:creationId xmlns:a16="http://schemas.microsoft.com/office/drawing/2014/main" id="{F4DD12BC-218A-F7C1-F844-EF584F50DB99}"/>
              </a:ext>
            </a:extLst>
          </p:cNvPr>
          <p:cNvSpPr>
            <a:spLocks noGrp="1"/>
          </p:cNvSpPr>
          <p:nvPr>
            <p:ph type="sldNum" sz="quarter" idx="7"/>
          </p:nvPr>
        </p:nvSpPr>
        <p:spPr/>
        <p:txBody>
          <a:bodyPr/>
          <a:lstStyle/>
          <a:p>
            <a:fld id="{B6F15528-21DE-4FAA-801E-634DDDAF4B2B}" type="slidenum">
              <a:rPr lang="es-ES" smtClean="0"/>
              <a:t>25</a:t>
            </a:fld>
            <a:endParaRPr lang="es-ES"/>
          </a:p>
        </p:txBody>
      </p:sp>
      <p:sp>
        <p:nvSpPr>
          <p:cNvPr id="3" name="Marcador de pie de página 2">
            <a:extLst>
              <a:ext uri="{FF2B5EF4-FFF2-40B4-BE49-F238E27FC236}">
                <a16:creationId xmlns:a16="http://schemas.microsoft.com/office/drawing/2014/main" id="{BF20D955-515A-8EC2-1C85-C329B7EA978D}"/>
              </a:ext>
            </a:extLst>
          </p:cNvPr>
          <p:cNvSpPr>
            <a:spLocks noGrp="1"/>
          </p:cNvSpPr>
          <p:nvPr>
            <p:ph type="ftr" sz="quarter" idx="5"/>
          </p:nvPr>
        </p:nvSpPr>
        <p:spPr/>
        <p:txBody>
          <a:bodyPr/>
          <a:lstStyle/>
          <a:p>
            <a:pPr marL="12700">
              <a:spcBef>
                <a:spcPts val="15"/>
              </a:spcBef>
            </a:pPr>
            <a:r>
              <a:rPr lang="es-ES" spc="-5"/>
              <a:t>LAB 4.0. LAYOUT</a:t>
            </a:r>
            <a:endParaRPr lang="es-ES" spc="-5" dirty="0"/>
          </a:p>
        </p:txBody>
      </p:sp>
      <p:sp>
        <p:nvSpPr>
          <p:cNvPr id="8" name="Rectángulo 7">
            <a:extLst>
              <a:ext uri="{FF2B5EF4-FFF2-40B4-BE49-F238E27FC236}">
                <a16:creationId xmlns:a16="http://schemas.microsoft.com/office/drawing/2014/main" id="{0444458E-CB07-5E36-2AC3-AF4DC6DF795F}"/>
              </a:ext>
            </a:extLst>
          </p:cNvPr>
          <p:cNvSpPr/>
          <p:nvPr/>
        </p:nvSpPr>
        <p:spPr>
          <a:xfrm>
            <a:off x="685800" y="990285"/>
            <a:ext cx="11201399" cy="5181600"/>
          </a:xfrm>
          <a:prstGeom prst="rect">
            <a:avLst/>
          </a:prstGeom>
          <a:noFill/>
          <a:ln w="28575">
            <a:solidFill>
              <a:srgbClr val="E0700D"/>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4" name="Imagen 3">
            <a:extLst>
              <a:ext uri="{FF2B5EF4-FFF2-40B4-BE49-F238E27FC236}">
                <a16:creationId xmlns:a16="http://schemas.microsoft.com/office/drawing/2014/main" id="{F080D67E-06E9-BF4B-25F5-787383147369}"/>
              </a:ext>
            </a:extLst>
          </p:cNvPr>
          <p:cNvPicPr>
            <a:picLocks noChangeAspect="1"/>
          </p:cNvPicPr>
          <p:nvPr/>
        </p:nvPicPr>
        <p:blipFill>
          <a:blip r:embed="rId4"/>
          <a:stretch>
            <a:fillRect/>
          </a:stretch>
        </p:blipFill>
        <p:spPr>
          <a:xfrm>
            <a:off x="4040578" y="1733550"/>
            <a:ext cx="4491842" cy="3390900"/>
          </a:xfrm>
          <a:prstGeom prst="rect">
            <a:avLst/>
          </a:prstGeom>
        </p:spPr>
      </p:pic>
    </p:spTree>
    <p:extLst>
      <p:ext uri="{BB962C8B-B14F-4D97-AF65-F5344CB8AC3E}">
        <p14:creationId xmlns:p14="http://schemas.microsoft.com/office/powerpoint/2010/main" val="4214066530"/>
      </p:ext>
    </p:extLst>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object 3"/>
          <p:cNvSpPr/>
          <p:nvPr/>
        </p:nvSpPr>
        <p:spPr>
          <a:xfrm>
            <a:off x="3945635" y="2636520"/>
            <a:ext cx="8246363" cy="1584959"/>
          </a:xfrm>
          <a:prstGeom prst="rect">
            <a:avLst/>
          </a:prstGeom>
          <a:blipFill>
            <a:blip r:embed="rId2" cstate="print"/>
            <a:stretch>
              <a:fillRect/>
            </a:stretch>
          </a:blipFill>
        </p:spPr>
        <p:txBody>
          <a:bodyPr wrap="square" lIns="0" tIns="0" rIns="0" bIns="0" rtlCol="0"/>
          <a:lstStyle/>
          <a:p>
            <a:endParaRPr/>
          </a:p>
        </p:txBody>
      </p:sp>
      <p:sp>
        <p:nvSpPr>
          <p:cNvPr id="4" name="object 4"/>
          <p:cNvSpPr txBox="1">
            <a:spLocks noGrp="1"/>
          </p:cNvSpPr>
          <p:nvPr>
            <p:ph type="title"/>
          </p:nvPr>
        </p:nvSpPr>
        <p:spPr>
          <a:xfrm>
            <a:off x="4513326" y="3165729"/>
            <a:ext cx="2233295" cy="513715"/>
          </a:xfrm>
          <a:prstGeom prst="rect">
            <a:avLst/>
          </a:prstGeom>
        </p:spPr>
        <p:txBody>
          <a:bodyPr vert="horz" wrap="square" lIns="0" tIns="13335" rIns="0" bIns="0" rtlCol="0">
            <a:spAutoFit/>
          </a:bodyPr>
          <a:lstStyle/>
          <a:p>
            <a:pPr marL="12700">
              <a:lnSpc>
                <a:spcPct val="100000"/>
              </a:lnSpc>
              <a:spcBef>
                <a:spcPts val="105"/>
              </a:spcBef>
            </a:pPr>
            <a:r>
              <a:rPr sz="3200" b="1" spc="-5" dirty="0">
                <a:solidFill>
                  <a:srgbClr val="FFFFFF"/>
                </a:solidFill>
                <a:latin typeface="Lucida Sans"/>
                <a:cs typeface="Lucida Sans"/>
              </a:rPr>
              <a:t>Thank</a:t>
            </a:r>
            <a:r>
              <a:rPr sz="3200" b="1" spc="-55" dirty="0">
                <a:solidFill>
                  <a:srgbClr val="FFFFFF"/>
                </a:solidFill>
                <a:latin typeface="Lucida Sans"/>
                <a:cs typeface="Lucida Sans"/>
              </a:rPr>
              <a:t> </a:t>
            </a:r>
            <a:r>
              <a:rPr sz="3200" b="1" dirty="0">
                <a:solidFill>
                  <a:srgbClr val="FFFFFF"/>
                </a:solidFill>
                <a:latin typeface="Lucida Sans"/>
                <a:cs typeface="Lucida Sans"/>
              </a:rPr>
              <a:t>you</a:t>
            </a:r>
            <a:endParaRPr sz="3200">
              <a:latin typeface="Lucida Sans"/>
              <a:cs typeface="Lucida Sans"/>
            </a:endParaRPr>
          </a:p>
        </p:txBody>
      </p:sp>
      <p:sp>
        <p:nvSpPr>
          <p:cNvPr id="5" name="Marcador de número de diapositiva 4">
            <a:extLst>
              <a:ext uri="{FF2B5EF4-FFF2-40B4-BE49-F238E27FC236}">
                <a16:creationId xmlns:a16="http://schemas.microsoft.com/office/drawing/2014/main" id="{B052DA19-AD24-7D24-2AE9-51F8F5A7F5E0}"/>
              </a:ext>
            </a:extLst>
          </p:cNvPr>
          <p:cNvSpPr>
            <a:spLocks noGrp="1"/>
          </p:cNvSpPr>
          <p:nvPr>
            <p:ph type="sldNum" sz="quarter" idx="7"/>
          </p:nvPr>
        </p:nvSpPr>
        <p:spPr/>
        <p:txBody>
          <a:bodyPr/>
          <a:lstStyle/>
          <a:p>
            <a:fld id="{B6F15528-21DE-4FAA-801E-634DDDAF4B2B}" type="slidenum">
              <a:rPr lang="es-ES" smtClean="0"/>
              <a:t>26</a:t>
            </a:fld>
            <a:endParaRPr lang="es-ES"/>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00"/>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2.xml><?xml version="1.0" encoding="utf-8"?>
<a:theme xmlns:a="http://schemas.openxmlformats.org/drawingml/2006/main" name="Tema de Offic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ppt/theme/theme3.xml><?xml version="1.0" encoding="utf-8"?>
<a:theme xmlns:a="http://schemas.openxmlformats.org/drawingml/2006/main" name="Tema de Offic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customXml/_rels/item1.xml.rels><?xml version="1.0" encoding="UTF-8" standalone="yes"?>
<Relationships xmlns="http://schemas.openxmlformats.org/package/2006/relationships"><Relationship Id="rId1" Type="http://schemas.openxmlformats.org/officeDocument/2006/relationships/customXmlProps" Target="itemProps1.xml"/></Relationships>
</file>

<file path=customXml/_rels/item2.xml.rels><?xml version="1.0" encoding="UTF-8" standalone="yes"?>
<Relationships xmlns="http://schemas.openxmlformats.org/package/2006/relationships"><Relationship Id="rId1" Type="http://schemas.openxmlformats.org/officeDocument/2006/relationships/customXmlProps" Target="itemProps2.xml"/></Relationships>
</file>

<file path=customXml/_rels/item3.xml.rels><?xml version="1.0" encoding="UTF-8" standalone="yes"?>
<Relationships xmlns="http://schemas.openxmlformats.org/package/2006/relationships"><Relationship Id="rId1" Type="http://schemas.openxmlformats.org/officeDocument/2006/relationships/customXmlProps" Target="itemProps3.xml"/></Relationships>
</file>

<file path=customXml/item1.xml><?xml version="1.0" encoding="utf-8"?>
<ct:contentTypeSchema xmlns:ct="http://schemas.microsoft.com/office/2006/metadata/contentType" xmlns:ma="http://schemas.microsoft.com/office/2006/metadata/properties/metaAttributes" ct:_="" ma:_="" ma:contentTypeName="Documento" ma:contentTypeID="0x0101003964CC2388606E4FAB26D10C89AC05DD" ma:contentTypeVersion="10" ma:contentTypeDescription="Crear nuevo documento." ma:contentTypeScope="" ma:versionID="fe992bf17150066e250a269209b1868f">
  <xsd:schema xmlns:xsd="http://www.w3.org/2001/XMLSchema" xmlns:xs="http://www.w3.org/2001/XMLSchema" xmlns:p="http://schemas.microsoft.com/office/2006/metadata/properties" xmlns:ns3="6f76bca3-140c-4d08-b44a-1dad11d2ba1b" targetNamespace="http://schemas.microsoft.com/office/2006/metadata/properties" ma:root="true" ma:fieldsID="54052fe8361b13d97769f3d7dd7af1fa" ns3:_="">
    <xsd:import namespace="6f76bca3-140c-4d08-b44a-1dad11d2ba1b"/>
    <xsd:element name="properties">
      <xsd:complexType>
        <xsd:sequence>
          <xsd:element name="documentManagement">
            <xsd:complexType>
              <xsd:all>
                <xsd:element ref="ns3:MediaServiceMetadata" minOccurs="0"/>
                <xsd:element ref="ns3:MediaServiceFastMetadata" minOccurs="0"/>
                <xsd:element ref="ns3:MediaServiceSearchProperties" minOccurs="0"/>
                <xsd:element ref="ns3:MediaServiceObjectDetectorVersions" minOccurs="0"/>
                <xsd:element ref="ns3:MediaServiceDateTaken" minOccurs="0"/>
                <xsd:element ref="ns3:_activity" minOccurs="0"/>
                <xsd:element ref="ns3:MediaServiceGenerationTime" minOccurs="0"/>
                <xsd:element ref="ns3:MediaServiceEventHashCode" minOccurs="0"/>
                <xsd:element ref="ns3:MediaServiceSystemTags" minOccurs="0"/>
                <xsd:element ref="ns3:MediaServiceOCR" minOccurs="0"/>
              </xsd:all>
            </xsd:complexType>
          </xsd:element>
        </xsd:sequence>
      </xsd:complexType>
    </xsd:element>
  </xsd:schema>
  <xsd:schema xmlns:xsd="http://www.w3.org/2001/XMLSchema" xmlns:xs="http://www.w3.org/2001/XMLSchema" xmlns:dms="http://schemas.microsoft.com/office/2006/documentManagement/types" xmlns:pc="http://schemas.microsoft.com/office/infopath/2007/PartnerControls" targetNamespace="6f76bca3-140c-4d08-b44a-1dad11d2ba1b" elementFormDefault="qualified">
    <xsd:import namespace="http://schemas.microsoft.com/office/2006/documentManagement/types"/>
    <xsd:import namespace="http://schemas.microsoft.com/office/infopath/2007/PartnerControls"/>
    <xsd:element name="MediaServiceMetadata" ma:index="8" nillable="true" ma:displayName="MediaServiceMetadata" ma:hidden="true" ma:internalName="MediaServiceMetadata" ma:readOnly="true">
      <xsd:simpleType>
        <xsd:restriction base="dms:Note"/>
      </xsd:simpleType>
    </xsd:element>
    <xsd:element name="MediaServiceFastMetadata" ma:index="9" nillable="true" ma:displayName="MediaServiceFastMetadata" ma:hidden="true" ma:internalName="MediaServiceFastMetadata" ma:readOnly="true">
      <xsd:simpleType>
        <xsd:restriction base="dms:Note"/>
      </xsd:simpleType>
    </xsd:element>
    <xsd:element name="MediaServiceSearchProperties" ma:index="10" nillable="true" ma:displayName="MediaServiceSearchProperties" ma:hidden="true" ma:internalName="MediaServiceSearchProperties" ma:readOnly="true">
      <xsd:simpleType>
        <xsd:restriction base="dms:Note"/>
      </xsd:simpleType>
    </xsd:element>
    <xsd:element name="MediaServiceObjectDetectorVersions" ma:index="11" nillable="true" ma:displayName="MediaServiceObjectDetectorVersions" ma:hidden="true" ma:indexed="true" ma:internalName="MediaServiceObjectDetectorVersions" ma:readOnly="true">
      <xsd:simpleType>
        <xsd:restriction base="dms:Text"/>
      </xsd:simpleType>
    </xsd:element>
    <xsd:element name="MediaServiceDateTaken" ma:index="12" nillable="true" ma:displayName="MediaServiceDateTaken" ma:hidden="true" ma:indexed="true" ma:internalName="MediaServiceDateTaken" ma:readOnly="true">
      <xsd:simpleType>
        <xsd:restriction base="dms:Text"/>
      </xsd:simpleType>
    </xsd:element>
    <xsd:element name="_activity" ma:index="13" nillable="true" ma:displayName="_activity" ma:hidden="true" ma:internalName="_activity">
      <xsd:simpleType>
        <xsd:restriction base="dms:Note"/>
      </xsd:simpleType>
    </xsd:element>
    <xsd:element name="MediaServiceGenerationTime" ma:index="14" nillable="true" ma:displayName="MediaServiceGenerationTime" ma:hidden="true" ma:internalName="MediaServiceGenerationTime" ma:readOnly="true">
      <xsd:simpleType>
        <xsd:restriction base="dms:Text"/>
      </xsd:simpleType>
    </xsd:element>
    <xsd:element name="MediaServiceEventHashCode" ma:index="15" nillable="true" ma:displayName="MediaServiceEventHashCode" ma:hidden="true" ma:internalName="MediaServiceEventHashCode" ma:readOnly="true">
      <xsd:simpleType>
        <xsd:restriction base="dms:Text"/>
      </xsd:simpleType>
    </xsd:element>
    <xsd:element name="MediaServiceSystemTags" ma:index="16" nillable="true" ma:displayName="MediaServiceSystemTags" ma:hidden="true" ma:internalName="MediaServiceSystemTags" ma:readOnly="true">
      <xsd:simpleType>
        <xsd:restriction base="dms:Note"/>
      </xsd:simpleType>
    </xsd:element>
    <xsd:element name="MediaServiceOCR" ma:index="17" nillable="true" ma:displayName="Extracted Text" ma:internalName="MediaServiceOCR" ma:readOnly="true">
      <xsd:simpleType>
        <xsd:restriction base="dms:Note">
          <xsd:maxLength value="255"/>
        </xsd:restriction>
      </xsd:simpleType>
    </xsd:element>
  </xsd:schema>
  <xsd:schema xmlns="http://schemas.openxmlformats.org/package/2006/metadata/core-properties" xmlns:xsd="http://www.w3.org/2001/XMLSchema" xmlns:xsi="http://www.w3.org/2001/XMLSchema-instance" xmlns:dc="http://purl.org/dc/elements/1.1/" xmlns:dcterms="http://purl.org/dc/terms/" xmlns:odoc="http://schemas.microsoft.com/internal/obd" targetNamespace="http://schemas.openxmlformats.org/package/2006/metadata/core-properties" elementFormDefault="qualified" attributeFormDefault="unqualified" blockDefault="#all">
    <xsd:import namespace="http://purl.org/dc/elements/1.1/" schemaLocation="http://dublincore.org/schemas/xmls/qdc/2003/04/02/dc.xsd"/>
    <xsd:import namespace="http://purl.org/dc/terms/" schemaLocation="http://dublincore.org/schemas/xmls/qdc/2003/04/02/dcterms.xsd"/>
    <xsd:element name="coreProperties" type="CT_coreProperties"/>
    <xsd:complexType name="CT_coreProperties">
      <xsd:all>
        <xsd:element ref="dc:creator" minOccurs="0" maxOccurs="1"/>
        <xsd:element ref="dcterms:created" minOccurs="0" maxOccurs="1"/>
        <xsd:element ref="dc:identifier" minOccurs="0" maxOccurs="1"/>
        <xsd:element name="contentType" minOccurs="0" maxOccurs="1" type="xsd:string" ma:index="0" ma:displayName="Tipo de contenido"/>
        <xsd:element ref="dc:title" minOccurs="0" maxOccurs="1" ma:index="4" ma:displayName="Título"/>
        <xsd:element ref="dc:subject" minOccurs="0" maxOccurs="1"/>
        <xsd:element ref="dc:description" minOccurs="0" maxOccurs="1"/>
        <xsd:element name="keywords" minOccurs="0" maxOccurs="1" type="xsd:string"/>
        <xsd:element ref="dc:language" minOccurs="0" maxOccurs="1"/>
        <xsd:element name="category" minOccurs="0" maxOccurs="1" type="xsd:string"/>
        <xsd:element name="version" minOccurs="0" maxOccurs="1" type="xsd:string"/>
        <xsd:element name="revision" minOccurs="0" maxOccurs="1" type="xsd:string">
          <xsd:annotation>
            <xsd:documentation>
                        This value indicates the number of saves or revisions. The application is responsible for updating this value after each revision.
                    </xsd:documentation>
          </xsd:annotation>
        </xsd:element>
        <xsd:element name="lastModifiedBy" minOccurs="0" maxOccurs="1" type="xsd:string"/>
        <xsd:element ref="dcterms:modified" minOccurs="0" maxOccurs="1"/>
        <xsd:element name="contentStatus" minOccurs="0" maxOccurs="1" type="xsd:string"/>
      </xsd:all>
    </xsd:complexType>
  </xsd:schema>
  <xs:schema xmlns:pc="http://schemas.microsoft.com/office/infopath/2007/PartnerControls" xmlns:xs="http://www.w3.org/2001/XMLSchema" targetNamespace="http://schemas.microsoft.com/office/infopath/2007/PartnerControls" elementFormDefault="qualified" attributeFormDefault="unqualified">
    <xs:element name="Person">
      <xs:complexType>
        <xs:sequence>
          <xs:element ref="pc:DisplayName" minOccurs="0"/>
          <xs:element ref="pc:AccountId" minOccurs="0"/>
          <xs:element ref="pc:AccountType" minOccurs="0"/>
        </xs:sequence>
      </xs:complexType>
    </xs:element>
    <xs:element name="DisplayName" type="xs:string"/>
    <xs:element name="AccountId" type="xs:string"/>
    <xs:element name="AccountType" type="xs:string"/>
    <xs:element name="BDCAssociatedEntity">
      <xs:complexType>
        <xs:sequence>
          <xs:element ref="pc:BDCEntity" minOccurs="0" maxOccurs="unbounded"/>
        </xs:sequence>
        <xs:attribute ref="pc:EntityNamespace"/>
        <xs:attribute ref="pc:EntityName"/>
        <xs:attribute ref="pc:SystemInstanceName"/>
        <xs:attribute ref="pc:AssociationName"/>
      </xs:complexType>
    </xs:element>
    <xs:attribute name="EntityNamespace" type="xs:string"/>
    <xs:attribute name="EntityName" type="xs:string"/>
    <xs:attribute name="SystemInstanceName" type="xs:string"/>
    <xs:attribute name="AssociationName" type="xs:string"/>
    <xs:element name="BDCEntity">
      <xs:complexType>
        <xs:sequence>
          <xs:element ref="pc:EntityDisplayName" minOccurs="0"/>
          <xs:element ref="pc:EntityInstanceReference" minOccurs="0"/>
          <xs:element ref="pc:EntityId1" minOccurs="0"/>
          <xs:element ref="pc:EntityId2" minOccurs="0"/>
          <xs:element ref="pc:EntityId3" minOccurs="0"/>
          <xs:element ref="pc:EntityId4" minOccurs="0"/>
          <xs:element ref="pc:EntityId5" minOccurs="0"/>
        </xs:sequence>
      </xs:complexType>
    </xs:element>
    <xs:element name="EntityDisplayName" type="xs:string"/>
    <xs:element name="EntityInstanceReference" type="xs:string"/>
    <xs:element name="EntityId1" type="xs:string"/>
    <xs:element name="EntityId2" type="xs:string"/>
    <xs:element name="EntityId3" type="xs:string"/>
    <xs:element name="EntityId4" type="xs:string"/>
    <xs:element name="EntityId5" type="xs:string"/>
    <xs:element name="Terms">
      <xs:complexType>
        <xs:sequence>
          <xs:element ref="pc:TermInfo" minOccurs="0" maxOccurs="unbounded"/>
        </xs:sequence>
      </xs:complexType>
    </xs:element>
    <xs:element name="TermInfo">
      <xs:complexType>
        <xs:sequence>
          <xs:element ref="pc:TermName" minOccurs="0"/>
          <xs:element ref="pc:TermId" minOccurs="0"/>
        </xs:sequence>
      </xs:complexType>
    </xs:element>
    <xs:element name="TermName" type="xs:string"/>
    <xs:element name="TermId" type="xs:string"/>
  </xs:schema>
</ct:contentTypeSchema>
</file>

<file path=customXml/item2.xml><?xml version="1.0" encoding="utf-8"?>
<?mso-contentType ?>
<FormTemplates xmlns="http://schemas.microsoft.com/sharepoint/v3/contenttype/forms">
  <Display>DocumentLibraryForm</Display>
  <Edit>DocumentLibraryForm</Edit>
  <New>DocumentLibraryForm</New>
</FormTemplates>
</file>

<file path=customXml/item3.xml><?xml version="1.0" encoding="utf-8"?>
<p:properties xmlns:p="http://schemas.microsoft.com/office/2006/metadata/properties" xmlns:xsi="http://www.w3.org/2001/XMLSchema-instance" xmlns:pc="http://schemas.microsoft.com/office/infopath/2007/PartnerControls">
  <documentManagement>
    <_activity xmlns="6f76bca3-140c-4d08-b44a-1dad11d2ba1b" xsi:nil="true"/>
  </documentManagement>
</p:properties>
</file>

<file path=customXml/itemProps1.xml><?xml version="1.0" encoding="utf-8"?>
<ds:datastoreItem xmlns:ds="http://schemas.openxmlformats.org/officeDocument/2006/customXml" ds:itemID="{560806CD-674C-4221-862A-D3E1098964CA}">
  <ds:schemaRefs>
    <ds:schemaRef ds:uri="http://schemas.microsoft.com/office/2006/metadata/contentType"/>
    <ds:schemaRef ds:uri="http://schemas.microsoft.com/office/2006/metadata/properties/metaAttributes"/>
    <ds:schemaRef ds:uri="http://www.w3.org/2001/XMLSchema"/>
    <ds:schemaRef ds:uri="http://schemas.microsoft.com/office/2006/metadata/properties"/>
    <ds:schemaRef ds:uri="6f76bca3-140c-4d08-b44a-1dad11d2ba1b"/>
    <ds:schemaRef ds:uri="http://schemas.microsoft.com/office/2006/documentManagement/types"/>
    <ds:schemaRef ds:uri="http://schemas.microsoft.com/office/infopath/2007/PartnerControls"/>
    <ds:schemaRef ds:uri="http://schemas.openxmlformats.org/package/2006/metadata/core-properties"/>
    <ds:schemaRef ds:uri="http://purl.org/dc/elements/1.1/"/>
    <ds:schemaRef ds:uri="http://purl.org/dc/terms/"/>
    <ds:schemaRef ds:uri="http://schemas.microsoft.com/internal/obd"/>
  </ds:schemaRefs>
</ds:datastoreItem>
</file>

<file path=customXml/itemProps2.xml><?xml version="1.0" encoding="utf-8"?>
<ds:datastoreItem xmlns:ds="http://schemas.openxmlformats.org/officeDocument/2006/customXml" ds:itemID="{68C16FD0-433B-453F-ABC2-0B0332FCA47B}">
  <ds:schemaRefs>
    <ds:schemaRef ds:uri="http://schemas.microsoft.com/sharepoint/v3/contenttype/forms"/>
  </ds:schemaRefs>
</ds:datastoreItem>
</file>

<file path=customXml/itemProps3.xml><?xml version="1.0" encoding="utf-8"?>
<ds:datastoreItem xmlns:ds="http://schemas.openxmlformats.org/officeDocument/2006/customXml" ds:itemID="{D31D4084-93C8-4010-8CC1-5417638039AF}">
  <ds:schemaRefs>
    <ds:schemaRef ds:uri="http://schemas.microsoft.com/office/2006/documentManagement/types"/>
    <ds:schemaRef ds:uri="http://schemas.microsoft.com/office/infopath/2007/PartnerControls"/>
    <ds:schemaRef ds:uri="http://www.w3.org/XML/1998/namespace"/>
    <ds:schemaRef ds:uri="http://purl.org/dc/terms/"/>
    <ds:schemaRef ds:uri="http://schemas.microsoft.com/office/2006/metadata/properties"/>
    <ds:schemaRef ds:uri="6f76bca3-140c-4d08-b44a-1dad11d2ba1b"/>
    <ds:schemaRef ds:uri="http://purl.org/dc/dcmitype/"/>
    <ds:schemaRef ds:uri="http://schemas.openxmlformats.org/package/2006/metadata/core-properties"/>
    <ds:schemaRef ds:uri="http://purl.org/dc/elements/1.1/"/>
  </ds:schemaRefs>
</ds:datastoreItem>
</file>

<file path=docProps/app.xml><?xml version="1.0" encoding="utf-8"?>
<Properties xmlns="http://schemas.openxmlformats.org/officeDocument/2006/extended-properties" xmlns:vt="http://schemas.openxmlformats.org/officeDocument/2006/docPropsVTypes">
  <Template/>
  <TotalTime>1088</TotalTime>
  <Words>2256</Words>
  <Application>Microsoft Office PowerPoint</Application>
  <PresentationFormat>Panorámica</PresentationFormat>
  <Paragraphs>178</Paragraphs>
  <Slides>26</Slides>
  <Notes>23</Notes>
  <HiddenSlides>0</HiddenSlides>
  <MMClips>0</MMClips>
  <ScaleCrop>false</ScaleCrop>
  <HeadingPairs>
    <vt:vector size="6" baseType="variant">
      <vt:variant>
        <vt:lpstr>Fuentes usadas</vt:lpstr>
      </vt:variant>
      <vt:variant>
        <vt:i4>5</vt:i4>
      </vt:variant>
      <vt:variant>
        <vt:lpstr>Tema</vt:lpstr>
      </vt:variant>
      <vt:variant>
        <vt:i4>1</vt:i4>
      </vt:variant>
      <vt:variant>
        <vt:lpstr>Títulos de diapositiva</vt:lpstr>
      </vt:variant>
      <vt:variant>
        <vt:i4>26</vt:i4>
      </vt:variant>
    </vt:vector>
  </HeadingPairs>
  <TitlesOfParts>
    <vt:vector size="32" baseType="lpstr">
      <vt:lpstr>Aptos</vt:lpstr>
      <vt:lpstr>Arial</vt:lpstr>
      <vt:lpstr>Calibri</vt:lpstr>
      <vt:lpstr>Lucida Sans</vt:lpstr>
      <vt:lpstr>Wingdings</vt:lpstr>
      <vt:lpstr>Office Theme</vt:lpstr>
      <vt:lpstr>Presentación de PowerPoint</vt:lpstr>
      <vt:lpstr>Instructions General</vt:lpstr>
      <vt:lpstr>Learning outcome #1a – Notebook section 1. Technology “We will work with the demo UPVfab PDK. Let's view the layer distribution of this PDK”</vt:lpstr>
      <vt:lpstr>Learning outcome #1b – Notebook section 1. Technology – 1 slide per component “Use your design results from Lab2 and Lab3 to create layout instances of your designed components: DCs, MMIs, MZIs &amp; Ring Resonators”</vt:lpstr>
      <vt:lpstr>Learning outcome #1b – Notebook section 1. Technology – 1 slide per component “Use your design results from Lab2 and Lab3 to create layout instances of your designed components: DCs, MMIs, MZIs &amp; Ring Resonators”</vt:lpstr>
      <vt:lpstr>Learning outcome #1b – Notebook section 1. Technology – 1 slide per component “Use your design results from Lab2 and Lab3 to create layout instances of your designed components: DCs, MMIs, MZIs &amp; Ring Resonators”</vt:lpstr>
      <vt:lpstr>Learning outcome #1b – Notebook section 1. Technology – 1 slide per component “Use your design results from Lab2 and Lab3 to create layout instances of your designed components: DCs, MMIs, MZIs &amp; Ring Resonators”</vt:lpstr>
      <vt:lpstr>Learning outcome #2a – Notebook section 2. Layout Fundamentals “Once that we have a working 'new' component, we shall convert it into a Cell. This will allow us to have a hierarchical design”</vt:lpstr>
      <vt:lpstr>Learning outcome #2a – Notebook section 2. Layout Fundamentals – 1 slide per component “Use your design results from Lab2 and Lab3 to create layout instances of your designed components: DCs, MMIs, MZIs &amp; Ring Resonators”  Make cells for all your components</vt:lpstr>
      <vt:lpstr>Learning outcome #2a – Notebook section 2. Layout Fundamentals – 1 slide per component “Use your design results from Lab2 and Lab3 to create layout instances of your designed components: DCs, MMIs, MZIs &amp; Ring Resonators”  Make cells for all your components</vt:lpstr>
      <vt:lpstr>Learning outcome #2a – Notebook section 2. Layout Fundamentals – 1 slide per component “Use your design results from Lab2 and Lab3 to create layout instances of your designed components: DCs, MMIs, MZIs &amp; Ring Resonators”  Make cells for all your components</vt:lpstr>
      <vt:lpstr>Learning outcome #2a – Notebook section 2. Layout Fundamentals – 1 slide per component “Use your design results from Lab2 and Lab3 to create layout instances of your designed components: DCs, MMIs, MZIs &amp; Ring Resonators”  Make cells for all your components</vt:lpstr>
      <vt:lpstr>Learning outcome #3 – Notebook section 3. Complete layout</vt:lpstr>
      <vt:lpstr>Learning outcome #3 – Notebook section 3. Complete layout</vt:lpstr>
      <vt:lpstr>Learning outcome #4 – Notebook section 4. Exercises – 1 slide per bullet point</vt:lpstr>
      <vt:lpstr>Learning outcome #4.a.1</vt:lpstr>
      <vt:lpstr>Learning outcome #4.a.2</vt:lpstr>
      <vt:lpstr>Learning outcome #4.a.3</vt:lpstr>
      <vt:lpstr>Learning outcome #4.a.4</vt:lpstr>
      <vt:lpstr>Learning outcome #4.b.1</vt:lpstr>
      <vt:lpstr>Learning outcome #4.b.2</vt:lpstr>
      <vt:lpstr>Learning outcome #4.b.3</vt:lpstr>
      <vt:lpstr>Learning outcome #4.c.1</vt:lpstr>
      <vt:lpstr>Learning outcome #4.c.2</vt:lpstr>
      <vt:lpstr>Learning outcome #4.c.3</vt:lpstr>
      <vt:lpstr>Thank you</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Presentación de PowerPoint</dc:title>
  <dc:creator>Mª Ester Calataytud</dc:creator>
  <cp:lastModifiedBy>Adrian Navarrete Marti</cp:lastModifiedBy>
  <cp:revision>26</cp:revision>
  <dcterms:created xsi:type="dcterms:W3CDTF">2025-01-27T02:46:57Z</dcterms:created>
  <dcterms:modified xsi:type="dcterms:W3CDTF">2026-06-11T19:07:33Z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Created">
    <vt:filetime>2024-09-16T00:00:00Z</vt:filetime>
  </property>
  <property fmtid="{D5CDD505-2E9C-101B-9397-08002B2CF9AE}" pid="3" name="Creator">
    <vt:lpwstr>Microsoft® PowerPoint® 2016</vt:lpwstr>
  </property>
  <property fmtid="{D5CDD505-2E9C-101B-9397-08002B2CF9AE}" pid="4" name="LastSaved">
    <vt:filetime>2025-01-27T00:00:00Z</vt:filetime>
  </property>
  <property fmtid="{D5CDD505-2E9C-101B-9397-08002B2CF9AE}" pid="5" name="ContentTypeId">
    <vt:lpwstr>0x0101003964CC2388606E4FAB26D10C89AC05DD</vt:lpwstr>
  </property>
</Properties>
</file>